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Barlow ExtraLight"/>
      <p:regular r:id="rId34"/>
      <p:bold r:id="rId35"/>
      <p:italic r:id="rId36"/>
      <p:boldItalic r:id="rId37"/>
    </p:embeddedFont>
    <p:embeddedFont>
      <p:font typeface="Hepta Slab Medium"/>
      <p:regular r:id="rId38"/>
      <p:bold r:id="rId39"/>
    </p:embeddedFont>
    <p:embeddedFont>
      <p:font typeface="Barlow Condensed Medium"/>
      <p:regular r:id="rId40"/>
      <p:bold r:id="rId41"/>
      <p:italic r:id="rId42"/>
      <p:boldItalic r:id="rId43"/>
    </p:embeddedFont>
    <p:embeddedFont>
      <p:font typeface="Barlow Condensed"/>
      <p:regular r:id="rId44"/>
      <p:bold r:id="rId45"/>
      <p:italic r:id="rId46"/>
      <p:boldItalic r:id="rId47"/>
    </p:embeddedFont>
    <p:embeddedFont>
      <p:font typeface="Barlow"/>
      <p:regular r:id="rId48"/>
      <p:bold r:id="rId49"/>
      <p:italic r:id="rId50"/>
      <p:boldItalic r:id="rId51"/>
    </p:embeddedFont>
    <p:embeddedFont>
      <p:font typeface="Barlow Condensed Thin"/>
      <p:regular r:id="rId52"/>
      <p:bold r:id="rId53"/>
      <p:italic r:id="rId54"/>
      <p:boldItalic r:id="rId55"/>
    </p:embeddedFont>
    <p:embeddedFont>
      <p:font typeface="Amatic SC"/>
      <p:regular r:id="rId56"/>
      <p:bold r:id="rId57"/>
    </p:embeddedFont>
    <p:embeddedFont>
      <p:font typeface="Hepta Slab Light"/>
      <p:regular r:id="rId58"/>
      <p:bold r:id="rId59"/>
    </p:embeddedFont>
    <p:embeddedFont>
      <p:font typeface="Hepta Slab"/>
      <p:regular r:id="rId60"/>
      <p:bold r:id="rId61"/>
    </p:embeddedFont>
    <p:embeddedFont>
      <p:font typeface="Source Code Pro"/>
      <p:regular r:id="rId62"/>
      <p:bold r:id="rId63"/>
      <p:italic r:id="rId64"/>
      <p:boldItalic r:id="rId65"/>
    </p:embeddedFont>
    <p:embeddedFont>
      <p:font typeface="Barlow Medium"/>
      <p:regular r:id="rId66"/>
      <p:bold r:id="rId67"/>
      <p:italic r:id="rId68"/>
      <p:boldItalic r:id="rId69"/>
    </p:embeddedFont>
    <p:embeddedFont>
      <p:font typeface="Barlow Condensed Light"/>
      <p:regular r:id="rId70"/>
      <p:bold r:id="rId71"/>
      <p:italic r:id="rId72"/>
      <p:boldItalic r:id="rId73"/>
    </p:embeddedFont>
    <p:embeddedFont>
      <p:font typeface="Barlow Light"/>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18AAB3-19D4-4065-AF84-7009C829B18E}">
  <a:tblStyle styleId="{BB18AAB3-19D4-4065-AF84-7009C829B1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CondensedMedium-regular.fntdata"/><Relationship Id="rId42" Type="http://schemas.openxmlformats.org/officeDocument/2006/relationships/font" Target="fonts/BarlowCondensedMedium-italic.fntdata"/><Relationship Id="rId41" Type="http://schemas.openxmlformats.org/officeDocument/2006/relationships/font" Target="fonts/BarlowCondensedMedium-bold.fntdata"/><Relationship Id="rId44" Type="http://schemas.openxmlformats.org/officeDocument/2006/relationships/font" Target="fonts/BarlowCondensed-regular.fntdata"/><Relationship Id="rId43" Type="http://schemas.openxmlformats.org/officeDocument/2006/relationships/font" Target="fonts/BarlowCondensedMedium-boldItalic.fntdata"/><Relationship Id="rId46" Type="http://schemas.openxmlformats.org/officeDocument/2006/relationships/font" Target="fonts/BarlowCondensed-italic.fntdata"/><Relationship Id="rId45" Type="http://schemas.openxmlformats.org/officeDocument/2006/relationships/font" Target="fonts/BarlowCondense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Barlow-regular.fntdata"/><Relationship Id="rId47" Type="http://schemas.openxmlformats.org/officeDocument/2006/relationships/font" Target="fonts/BarlowCondensed-boldItalic.fntdata"/><Relationship Id="rId49" Type="http://schemas.openxmlformats.org/officeDocument/2006/relationships/font" Target="fonts/Barlow-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BarlowCondensedLight-boldItalic.fntdata"/><Relationship Id="rId72" Type="http://schemas.openxmlformats.org/officeDocument/2006/relationships/font" Target="fonts/BarlowCondensedLight-italic.fntdata"/><Relationship Id="rId31" Type="http://schemas.openxmlformats.org/officeDocument/2006/relationships/slide" Target="slides/slide25.xml"/><Relationship Id="rId75" Type="http://schemas.openxmlformats.org/officeDocument/2006/relationships/font" Target="fonts/BarlowLight-bold.fntdata"/><Relationship Id="rId30" Type="http://schemas.openxmlformats.org/officeDocument/2006/relationships/slide" Target="slides/slide24.xml"/><Relationship Id="rId74" Type="http://schemas.openxmlformats.org/officeDocument/2006/relationships/font" Target="fonts/BarlowLight-regular.fntdata"/><Relationship Id="rId33" Type="http://schemas.openxmlformats.org/officeDocument/2006/relationships/slide" Target="slides/slide27.xml"/><Relationship Id="rId77" Type="http://schemas.openxmlformats.org/officeDocument/2006/relationships/font" Target="fonts/BarlowLight-boldItalic.fntdata"/><Relationship Id="rId32" Type="http://schemas.openxmlformats.org/officeDocument/2006/relationships/slide" Target="slides/slide26.xml"/><Relationship Id="rId76" Type="http://schemas.openxmlformats.org/officeDocument/2006/relationships/font" Target="fonts/BarlowLight-italic.fntdata"/><Relationship Id="rId35" Type="http://schemas.openxmlformats.org/officeDocument/2006/relationships/font" Target="fonts/BarlowExtraLight-bold.fntdata"/><Relationship Id="rId34" Type="http://schemas.openxmlformats.org/officeDocument/2006/relationships/font" Target="fonts/BarlowExtraLight-regular.fntdata"/><Relationship Id="rId71" Type="http://schemas.openxmlformats.org/officeDocument/2006/relationships/font" Target="fonts/BarlowCondensedLight-bold.fntdata"/><Relationship Id="rId70" Type="http://schemas.openxmlformats.org/officeDocument/2006/relationships/font" Target="fonts/BarlowCondensedLight-regular.fntdata"/><Relationship Id="rId37" Type="http://schemas.openxmlformats.org/officeDocument/2006/relationships/font" Target="fonts/BarlowExtraLight-boldItalic.fntdata"/><Relationship Id="rId36" Type="http://schemas.openxmlformats.org/officeDocument/2006/relationships/font" Target="fonts/BarlowExtraLight-italic.fntdata"/><Relationship Id="rId39" Type="http://schemas.openxmlformats.org/officeDocument/2006/relationships/font" Target="fonts/HeptaSlabMedium-bold.fntdata"/><Relationship Id="rId38" Type="http://schemas.openxmlformats.org/officeDocument/2006/relationships/font" Target="fonts/HeptaSlabMedium-regular.fntdata"/><Relationship Id="rId62" Type="http://schemas.openxmlformats.org/officeDocument/2006/relationships/font" Target="fonts/SourceCodePro-regular.fntdata"/><Relationship Id="rId61" Type="http://schemas.openxmlformats.org/officeDocument/2006/relationships/font" Target="fonts/HeptaSlab-bold.fntdata"/><Relationship Id="rId20" Type="http://schemas.openxmlformats.org/officeDocument/2006/relationships/slide" Target="slides/slide14.xml"/><Relationship Id="rId64" Type="http://schemas.openxmlformats.org/officeDocument/2006/relationships/font" Target="fonts/SourceCodePro-italic.fntdata"/><Relationship Id="rId63" Type="http://schemas.openxmlformats.org/officeDocument/2006/relationships/font" Target="fonts/SourceCodePro-bold.fntdata"/><Relationship Id="rId22" Type="http://schemas.openxmlformats.org/officeDocument/2006/relationships/slide" Target="slides/slide16.xml"/><Relationship Id="rId66" Type="http://schemas.openxmlformats.org/officeDocument/2006/relationships/font" Target="fonts/BarlowMedium-regular.fntdata"/><Relationship Id="rId21" Type="http://schemas.openxmlformats.org/officeDocument/2006/relationships/slide" Target="slides/slide15.xml"/><Relationship Id="rId65" Type="http://schemas.openxmlformats.org/officeDocument/2006/relationships/font" Target="fonts/SourceCodePro-boldItalic.fntdata"/><Relationship Id="rId24" Type="http://schemas.openxmlformats.org/officeDocument/2006/relationships/slide" Target="slides/slide18.xml"/><Relationship Id="rId68" Type="http://schemas.openxmlformats.org/officeDocument/2006/relationships/font" Target="fonts/BarlowMedium-italic.fntdata"/><Relationship Id="rId23" Type="http://schemas.openxmlformats.org/officeDocument/2006/relationships/slide" Target="slides/slide17.xml"/><Relationship Id="rId67" Type="http://schemas.openxmlformats.org/officeDocument/2006/relationships/font" Target="fonts/BarlowMedium-bold.fntdata"/><Relationship Id="rId60" Type="http://schemas.openxmlformats.org/officeDocument/2006/relationships/font" Target="fonts/HeptaSlab-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arlowMedium-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Barlow-boldItalic.fntdata"/><Relationship Id="rId50" Type="http://schemas.openxmlformats.org/officeDocument/2006/relationships/font" Target="fonts/Barlow-italic.fntdata"/><Relationship Id="rId53" Type="http://schemas.openxmlformats.org/officeDocument/2006/relationships/font" Target="fonts/BarlowCondensedThin-bold.fntdata"/><Relationship Id="rId52" Type="http://schemas.openxmlformats.org/officeDocument/2006/relationships/font" Target="fonts/BarlowCondensedThin-regular.fntdata"/><Relationship Id="rId11" Type="http://schemas.openxmlformats.org/officeDocument/2006/relationships/slide" Target="slides/slide5.xml"/><Relationship Id="rId55" Type="http://schemas.openxmlformats.org/officeDocument/2006/relationships/font" Target="fonts/BarlowCondensedThin-boldItalic.fntdata"/><Relationship Id="rId10" Type="http://schemas.openxmlformats.org/officeDocument/2006/relationships/slide" Target="slides/slide4.xml"/><Relationship Id="rId54" Type="http://schemas.openxmlformats.org/officeDocument/2006/relationships/font" Target="fonts/BarlowCondensedThin-italic.fntdata"/><Relationship Id="rId13" Type="http://schemas.openxmlformats.org/officeDocument/2006/relationships/slide" Target="slides/slide7.xml"/><Relationship Id="rId57" Type="http://schemas.openxmlformats.org/officeDocument/2006/relationships/font" Target="fonts/AmaticSC-bold.fntdata"/><Relationship Id="rId12" Type="http://schemas.openxmlformats.org/officeDocument/2006/relationships/slide" Target="slides/slide6.xml"/><Relationship Id="rId56" Type="http://schemas.openxmlformats.org/officeDocument/2006/relationships/font" Target="fonts/AmaticSC-regular.fntdata"/><Relationship Id="rId15" Type="http://schemas.openxmlformats.org/officeDocument/2006/relationships/slide" Target="slides/slide9.xml"/><Relationship Id="rId59" Type="http://schemas.openxmlformats.org/officeDocument/2006/relationships/font" Target="fonts/HeptaSlabLight-bold.fntdata"/><Relationship Id="rId14" Type="http://schemas.openxmlformats.org/officeDocument/2006/relationships/slide" Target="slides/slide8.xml"/><Relationship Id="rId58" Type="http://schemas.openxmlformats.org/officeDocument/2006/relationships/font" Target="fonts/HeptaSlabLight-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986a3034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986a3034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6dde67c2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16dde67c2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6dde67c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6dde67c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1986a3034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1986a3034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16dde67c2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16dde67c21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986a3034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1986a3034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986a3034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1986a3034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986a3034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1986a3034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1986a3034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1986a3034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16dde67c21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16dde67c21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6dde67c21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16dde67c21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986a3034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1986a3034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986a3034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986a3034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1986a3034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1986a3034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986a3034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1986a3034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6dde67c21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16dde67c21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Chose ntopng because it’s lightweight and give visualization of network flow</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1986a30349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1986a30349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16dde67c21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16dde67c21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1986a3034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1986a3034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Manual audit process includes tools like: Nmap, OpenLDAP, Wireshark, CLI commands, BloodHound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1986a30349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1986a3034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1986a30349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1986a30349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1986a303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1986a303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1986a3034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1986a3034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16dde67c21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16dde67c21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1986a3034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1986a3034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16dde67c21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16dde67c21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rgbClr val="FB9F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000000"/>
              </a:buClr>
              <a:buSzPts val="8000"/>
              <a:buNone/>
              <a:defRPr sz="8000">
                <a:solidFill>
                  <a:srgbClr val="000000"/>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rgbClr val="FB9FB4"/>
              </a:buClr>
              <a:buSzPts val="2100"/>
              <a:buFont typeface="Barlow Condensed Medium"/>
              <a:buNone/>
              <a:defRPr sz="2100">
                <a:solidFill>
                  <a:srgbClr val="FB9FB4"/>
                </a:solidFill>
                <a:latin typeface="Barlow Condensed Medium"/>
                <a:ea typeface="Barlow Condensed Medium"/>
                <a:cs typeface="Barlow Condensed Medium"/>
                <a:sym typeface="Barlow Condensed Medium"/>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B9FB4"/>
          </a:solidFill>
        </p:spPr>
        <p:txBody>
          <a:bodyPr anchorCtr="0" anchor="ctr" bIns="91425" lIns="91425" spcFirstLastPara="1" rIns="91425" wrap="square" tIns="91425">
            <a:normAutofit/>
          </a:bodyPr>
          <a:lstStyle>
            <a:lvl1pPr lvl="0" algn="ctr">
              <a:spcBef>
                <a:spcPts val="0"/>
              </a:spcBef>
              <a:spcAft>
                <a:spcPts val="0"/>
              </a:spcAft>
              <a:buClr>
                <a:srgbClr val="000000"/>
              </a:buClr>
              <a:buSzPts val="4800"/>
              <a:buNone/>
              <a:defRPr sz="4800">
                <a:solidFill>
                  <a:srgbClr val="000000"/>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Clr>
                <a:srgbClr val="FB9FB4"/>
              </a:buClr>
              <a:buSzPts val="4200"/>
              <a:buNone/>
              <a:defRPr>
                <a:solidFill>
                  <a:srgbClr val="FB9FB4"/>
                </a:solidFill>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p:nvPr/>
        </p:nvSpPr>
        <p:spPr>
          <a:xfrm>
            <a:off x="247125" y="555600"/>
            <a:ext cx="5027700" cy="755700"/>
          </a:xfrm>
          <a:prstGeom prst="rect">
            <a:avLst/>
          </a:prstGeom>
          <a:solidFill>
            <a:srgbClr val="FB9FB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1" name="Google Shape;31;p7"/>
          <p:cNvSpPr txBox="1"/>
          <p:nvPr>
            <p:ph type="title"/>
          </p:nvPr>
        </p:nvSpPr>
        <p:spPr>
          <a:xfrm>
            <a:off x="311700" y="663900"/>
            <a:ext cx="4623300" cy="5391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0000"/>
              </a:buClr>
              <a:buSzPts val="3000"/>
              <a:buNone/>
              <a:defRPr sz="3000">
                <a:solidFill>
                  <a:srgbClr val="000000"/>
                </a:solidFill>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25"/>
            <a:ext cx="4572000" cy="5143500"/>
          </a:xfrm>
          <a:prstGeom prst="rect">
            <a:avLst/>
          </a:prstGeom>
          <a:solidFill>
            <a:srgbClr val="FB9F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D9D9D9"/>
              </a:buClr>
              <a:buSzPts val="1800"/>
              <a:buFont typeface="Barlow Condensed Medium"/>
              <a:buNone/>
              <a:defRPr>
                <a:solidFill>
                  <a:srgbClr val="D9D9D9"/>
                </a:solidFill>
                <a:latin typeface="Barlow Condensed Medium"/>
                <a:ea typeface="Barlow Condensed Medium"/>
                <a:cs typeface="Barlow Condensed Medium"/>
                <a:sym typeface="Barlow Condensed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2">
    <p:spTree>
      <p:nvGrpSpPr>
        <p:cNvPr id="43" name="Shape 43"/>
        <p:cNvGrpSpPr/>
        <p:nvPr/>
      </p:nvGrpSpPr>
      <p:grpSpPr>
        <a:xfrm>
          <a:off x="0" y="0"/>
          <a:ext cx="0" cy="0"/>
          <a:chOff x="0" y="0"/>
          <a:chExt cx="0" cy="0"/>
        </a:xfrm>
      </p:grpSpPr>
      <p:sp>
        <p:nvSpPr>
          <p:cNvPr id="44" name="Google Shape;44;p10"/>
          <p:cNvSpPr/>
          <p:nvPr/>
        </p:nvSpPr>
        <p:spPr>
          <a:xfrm>
            <a:off x="6097575" y="-69700"/>
            <a:ext cx="3171900" cy="52131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0"/>
          <p:cNvSpPr/>
          <p:nvPr/>
        </p:nvSpPr>
        <p:spPr>
          <a:xfrm>
            <a:off x="-121200" y="-69700"/>
            <a:ext cx="3171900" cy="5213100"/>
          </a:xfrm>
          <a:prstGeom prst="rect">
            <a:avLst/>
          </a:prstGeom>
          <a:solidFill>
            <a:srgbClr val="FB9F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0"/>
          <p:cNvSpPr txBox="1"/>
          <p:nvPr>
            <p:ph type="title"/>
          </p:nvPr>
        </p:nvSpPr>
        <p:spPr>
          <a:xfrm>
            <a:off x="179250" y="193600"/>
            <a:ext cx="2571000" cy="611700"/>
          </a:xfrm>
          <a:prstGeom prst="rect">
            <a:avLst/>
          </a:prstGeom>
        </p:spPr>
        <p:txBody>
          <a:bodyPr anchorCtr="0" anchor="t" bIns="91425" lIns="91425" spcFirstLastPara="1" rIns="91425" wrap="square" tIns="91425">
            <a:normAutofit/>
          </a:bodyPr>
          <a:lstStyle>
            <a:lvl1pPr lvl="0">
              <a:spcBef>
                <a:spcPts val="0"/>
              </a:spcBef>
              <a:spcAft>
                <a:spcPts val="0"/>
              </a:spcAft>
              <a:buClr>
                <a:srgbClr val="000000"/>
              </a:buClr>
              <a:buSzPts val="3000"/>
              <a:buNone/>
              <a:defRPr sz="3000">
                <a:solidFill>
                  <a:srgbClr val="000000"/>
                </a:solidFill>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47" name="Google Shape;47;p10"/>
          <p:cNvSpPr txBox="1"/>
          <p:nvPr>
            <p:ph idx="2" type="title"/>
          </p:nvPr>
        </p:nvSpPr>
        <p:spPr>
          <a:xfrm>
            <a:off x="3301925" y="193600"/>
            <a:ext cx="2571000" cy="611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4200"/>
              <a:buNone/>
              <a:defRPr>
                <a:solidFill>
                  <a:schemeClr val="lt1"/>
                </a:solidFill>
              </a:defRPr>
            </a:lvl2pPr>
            <a:lvl3pPr lvl="2" rtl="0">
              <a:spcBef>
                <a:spcPts val="0"/>
              </a:spcBef>
              <a:spcAft>
                <a:spcPts val="0"/>
              </a:spcAft>
              <a:buClr>
                <a:schemeClr val="lt1"/>
              </a:buClr>
              <a:buSzPts val="4200"/>
              <a:buNone/>
              <a:defRPr>
                <a:solidFill>
                  <a:schemeClr val="lt1"/>
                </a:solidFill>
              </a:defRPr>
            </a:lvl3pPr>
            <a:lvl4pPr lvl="3" rtl="0">
              <a:spcBef>
                <a:spcPts val="0"/>
              </a:spcBef>
              <a:spcAft>
                <a:spcPts val="0"/>
              </a:spcAft>
              <a:buClr>
                <a:schemeClr val="lt1"/>
              </a:buClr>
              <a:buSzPts val="4200"/>
              <a:buNone/>
              <a:defRPr>
                <a:solidFill>
                  <a:schemeClr val="lt1"/>
                </a:solidFill>
              </a:defRPr>
            </a:lvl4pPr>
            <a:lvl5pPr lvl="4" rtl="0">
              <a:spcBef>
                <a:spcPts val="0"/>
              </a:spcBef>
              <a:spcAft>
                <a:spcPts val="0"/>
              </a:spcAft>
              <a:buClr>
                <a:schemeClr val="lt1"/>
              </a:buClr>
              <a:buSzPts val="4200"/>
              <a:buNone/>
              <a:defRPr>
                <a:solidFill>
                  <a:schemeClr val="lt1"/>
                </a:solidFill>
              </a:defRPr>
            </a:lvl5pPr>
            <a:lvl6pPr lvl="5" rtl="0">
              <a:spcBef>
                <a:spcPts val="0"/>
              </a:spcBef>
              <a:spcAft>
                <a:spcPts val="0"/>
              </a:spcAft>
              <a:buClr>
                <a:schemeClr val="lt1"/>
              </a:buClr>
              <a:buSzPts val="4200"/>
              <a:buNone/>
              <a:defRPr>
                <a:solidFill>
                  <a:schemeClr val="lt1"/>
                </a:solidFill>
              </a:defRPr>
            </a:lvl6pPr>
            <a:lvl7pPr lvl="6" rtl="0">
              <a:spcBef>
                <a:spcPts val="0"/>
              </a:spcBef>
              <a:spcAft>
                <a:spcPts val="0"/>
              </a:spcAft>
              <a:buClr>
                <a:schemeClr val="lt1"/>
              </a:buClr>
              <a:buSzPts val="4200"/>
              <a:buNone/>
              <a:defRPr>
                <a:solidFill>
                  <a:schemeClr val="lt1"/>
                </a:solidFill>
              </a:defRPr>
            </a:lvl7pPr>
            <a:lvl8pPr lvl="7" rtl="0">
              <a:spcBef>
                <a:spcPts val="0"/>
              </a:spcBef>
              <a:spcAft>
                <a:spcPts val="0"/>
              </a:spcAft>
              <a:buClr>
                <a:schemeClr val="lt1"/>
              </a:buClr>
              <a:buSzPts val="4200"/>
              <a:buNone/>
              <a:defRPr>
                <a:solidFill>
                  <a:schemeClr val="lt1"/>
                </a:solidFill>
              </a:defRPr>
            </a:lvl8pPr>
            <a:lvl9pPr lvl="8" rtl="0">
              <a:spcBef>
                <a:spcPts val="0"/>
              </a:spcBef>
              <a:spcAft>
                <a:spcPts val="0"/>
              </a:spcAft>
              <a:buClr>
                <a:schemeClr val="lt1"/>
              </a:buClr>
              <a:buSzPts val="4200"/>
              <a:buNone/>
              <a:defRPr>
                <a:solidFill>
                  <a:schemeClr val="lt1"/>
                </a:solidFill>
              </a:defRPr>
            </a:lvl9pPr>
          </a:lstStyle>
          <a:p/>
        </p:txBody>
      </p:sp>
      <p:sp>
        <p:nvSpPr>
          <p:cNvPr id="48" name="Google Shape;48;p10"/>
          <p:cNvSpPr txBox="1"/>
          <p:nvPr>
            <p:ph idx="3" type="title"/>
          </p:nvPr>
        </p:nvSpPr>
        <p:spPr>
          <a:xfrm>
            <a:off x="6398025" y="193600"/>
            <a:ext cx="2571000" cy="611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FB9FB4"/>
              </a:buClr>
              <a:buSzPts val="3000"/>
              <a:buNone/>
              <a:defRPr sz="3000">
                <a:solidFill>
                  <a:srgbClr val="FB9FB4"/>
                </a:solidFill>
              </a:defRPr>
            </a:lvl1pPr>
            <a:lvl2pPr lvl="1" rtl="0">
              <a:spcBef>
                <a:spcPts val="0"/>
              </a:spcBef>
              <a:spcAft>
                <a:spcPts val="0"/>
              </a:spcAft>
              <a:buClr>
                <a:srgbClr val="FB9FB4"/>
              </a:buClr>
              <a:buSzPts val="4200"/>
              <a:buNone/>
              <a:defRPr>
                <a:solidFill>
                  <a:srgbClr val="FB9FB4"/>
                </a:solidFill>
              </a:defRPr>
            </a:lvl2pPr>
            <a:lvl3pPr lvl="2" rtl="0">
              <a:spcBef>
                <a:spcPts val="0"/>
              </a:spcBef>
              <a:spcAft>
                <a:spcPts val="0"/>
              </a:spcAft>
              <a:buClr>
                <a:srgbClr val="FB9FB4"/>
              </a:buClr>
              <a:buSzPts val="4200"/>
              <a:buNone/>
              <a:defRPr>
                <a:solidFill>
                  <a:srgbClr val="FB9FB4"/>
                </a:solidFill>
              </a:defRPr>
            </a:lvl3pPr>
            <a:lvl4pPr lvl="3" rtl="0">
              <a:spcBef>
                <a:spcPts val="0"/>
              </a:spcBef>
              <a:spcAft>
                <a:spcPts val="0"/>
              </a:spcAft>
              <a:buClr>
                <a:srgbClr val="FB9FB4"/>
              </a:buClr>
              <a:buSzPts val="4200"/>
              <a:buNone/>
              <a:defRPr>
                <a:solidFill>
                  <a:srgbClr val="FB9FB4"/>
                </a:solidFill>
              </a:defRPr>
            </a:lvl4pPr>
            <a:lvl5pPr lvl="4" rtl="0">
              <a:spcBef>
                <a:spcPts val="0"/>
              </a:spcBef>
              <a:spcAft>
                <a:spcPts val="0"/>
              </a:spcAft>
              <a:buClr>
                <a:srgbClr val="FB9FB4"/>
              </a:buClr>
              <a:buSzPts val="4200"/>
              <a:buNone/>
              <a:defRPr>
                <a:solidFill>
                  <a:srgbClr val="FB9FB4"/>
                </a:solidFill>
              </a:defRPr>
            </a:lvl5pPr>
            <a:lvl6pPr lvl="5" rtl="0">
              <a:spcBef>
                <a:spcPts val="0"/>
              </a:spcBef>
              <a:spcAft>
                <a:spcPts val="0"/>
              </a:spcAft>
              <a:buClr>
                <a:srgbClr val="FB9FB4"/>
              </a:buClr>
              <a:buSzPts val="4200"/>
              <a:buNone/>
              <a:defRPr>
                <a:solidFill>
                  <a:srgbClr val="FB9FB4"/>
                </a:solidFill>
              </a:defRPr>
            </a:lvl6pPr>
            <a:lvl7pPr lvl="6" rtl="0">
              <a:spcBef>
                <a:spcPts val="0"/>
              </a:spcBef>
              <a:spcAft>
                <a:spcPts val="0"/>
              </a:spcAft>
              <a:buClr>
                <a:srgbClr val="FB9FB4"/>
              </a:buClr>
              <a:buSzPts val="4200"/>
              <a:buNone/>
              <a:defRPr>
                <a:solidFill>
                  <a:srgbClr val="FB9FB4"/>
                </a:solidFill>
              </a:defRPr>
            </a:lvl7pPr>
            <a:lvl8pPr lvl="7" rtl="0">
              <a:spcBef>
                <a:spcPts val="0"/>
              </a:spcBef>
              <a:spcAft>
                <a:spcPts val="0"/>
              </a:spcAft>
              <a:buClr>
                <a:srgbClr val="FB9FB4"/>
              </a:buClr>
              <a:buSzPts val="4200"/>
              <a:buNone/>
              <a:defRPr>
                <a:solidFill>
                  <a:srgbClr val="FB9FB4"/>
                </a:solidFill>
              </a:defRPr>
            </a:lvl8pPr>
            <a:lvl9pPr lvl="8" rtl="0">
              <a:spcBef>
                <a:spcPts val="0"/>
              </a:spcBef>
              <a:spcAft>
                <a:spcPts val="0"/>
              </a:spcAft>
              <a:buClr>
                <a:srgbClr val="FB9FB4"/>
              </a:buClr>
              <a:buSzPts val="4200"/>
              <a:buNone/>
              <a:defRPr>
                <a:solidFill>
                  <a:srgbClr val="FB9FB4"/>
                </a:solidFill>
              </a:defRPr>
            </a:lvl9pPr>
          </a:lstStyle>
          <a:p/>
        </p:txBody>
      </p:sp>
      <p:sp>
        <p:nvSpPr>
          <p:cNvPr id="49" name="Google Shape;49;p10"/>
          <p:cNvSpPr txBox="1"/>
          <p:nvPr>
            <p:ph idx="1" type="body"/>
          </p:nvPr>
        </p:nvSpPr>
        <p:spPr>
          <a:xfrm>
            <a:off x="132750" y="1440375"/>
            <a:ext cx="2664000" cy="342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a:solidFill>
                  <a:srgbClr val="000000"/>
                </a:solidFill>
              </a:defRPr>
            </a:lvl1pPr>
            <a:lvl2pPr indent="-317500" lvl="1" marL="914400">
              <a:spcBef>
                <a:spcPts val="0"/>
              </a:spcBef>
              <a:spcAft>
                <a:spcPts val="0"/>
              </a:spcAft>
              <a:buClr>
                <a:srgbClr val="000000"/>
              </a:buClr>
              <a:buSzPts val="1400"/>
              <a:buChar char="○"/>
              <a:defRPr>
                <a:solidFill>
                  <a:srgbClr val="000000"/>
                </a:solidFill>
              </a:defRPr>
            </a:lvl2pPr>
            <a:lvl3pPr indent="-317500" lvl="2" marL="1371600">
              <a:spcBef>
                <a:spcPts val="0"/>
              </a:spcBef>
              <a:spcAft>
                <a:spcPts val="0"/>
              </a:spcAft>
              <a:buClr>
                <a:srgbClr val="000000"/>
              </a:buClr>
              <a:buSzPts val="1400"/>
              <a:buChar char="■"/>
              <a:defRPr>
                <a:solidFill>
                  <a:srgbClr val="000000"/>
                </a:solidFill>
              </a:defRPr>
            </a:lvl3pPr>
            <a:lvl4pPr indent="-317500" lvl="3" marL="1828800">
              <a:spcBef>
                <a:spcPts val="0"/>
              </a:spcBef>
              <a:spcAft>
                <a:spcPts val="0"/>
              </a:spcAft>
              <a:buClr>
                <a:srgbClr val="000000"/>
              </a:buClr>
              <a:buSzPts val="1400"/>
              <a:buChar char="●"/>
              <a:defRPr>
                <a:solidFill>
                  <a:srgbClr val="000000"/>
                </a:solidFill>
              </a:defRPr>
            </a:lvl4pPr>
            <a:lvl5pPr indent="-317500" lvl="4" marL="2286000">
              <a:spcBef>
                <a:spcPts val="0"/>
              </a:spcBef>
              <a:spcAft>
                <a:spcPts val="0"/>
              </a:spcAft>
              <a:buClr>
                <a:srgbClr val="000000"/>
              </a:buClr>
              <a:buSzPts val="1400"/>
              <a:buChar char="○"/>
              <a:defRPr>
                <a:solidFill>
                  <a:srgbClr val="000000"/>
                </a:solidFill>
              </a:defRPr>
            </a:lvl5pPr>
            <a:lvl6pPr indent="-317500" lvl="5" marL="2743200">
              <a:spcBef>
                <a:spcPts val="0"/>
              </a:spcBef>
              <a:spcAft>
                <a:spcPts val="0"/>
              </a:spcAft>
              <a:buClr>
                <a:srgbClr val="000000"/>
              </a:buClr>
              <a:buSzPts val="1400"/>
              <a:buChar char="■"/>
              <a:defRPr>
                <a:solidFill>
                  <a:srgbClr val="000000"/>
                </a:solidFill>
              </a:defRPr>
            </a:lvl6pPr>
            <a:lvl7pPr indent="-317500" lvl="6" marL="3200400">
              <a:spcBef>
                <a:spcPts val="0"/>
              </a:spcBef>
              <a:spcAft>
                <a:spcPts val="0"/>
              </a:spcAft>
              <a:buClr>
                <a:srgbClr val="000000"/>
              </a:buClr>
              <a:buSzPts val="1400"/>
              <a:buChar char="●"/>
              <a:defRPr>
                <a:solidFill>
                  <a:srgbClr val="000000"/>
                </a:solidFill>
              </a:defRPr>
            </a:lvl7pPr>
            <a:lvl8pPr indent="-317500" lvl="7" marL="3657600">
              <a:spcBef>
                <a:spcPts val="0"/>
              </a:spcBef>
              <a:spcAft>
                <a:spcPts val="0"/>
              </a:spcAft>
              <a:buClr>
                <a:srgbClr val="000000"/>
              </a:buClr>
              <a:buSzPts val="1400"/>
              <a:buChar char="○"/>
              <a:defRPr>
                <a:solidFill>
                  <a:srgbClr val="000000"/>
                </a:solidFill>
              </a:defRPr>
            </a:lvl8pPr>
            <a:lvl9pPr indent="-317500" lvl="8" marL="4114800">
              <a:spcBef>
                <a:spcPts val="0"/>
              </a:spcBef>
              <a:spcAft>
                <a:spcPts val="0"/>
              </a:spcAft>
              <a:buClr>
                <a:srgbClr val="000000"/>
              </a:buClr>
              <a:buSzPts val="1400"/>
              <a:buChar char="■"/>
              <a:defRPr>
                <a:solidFill>
                  <a:srgbClr val="000000"/>
                </a:solidFill>
              </a:defRPr>
            </a:lvl9pPr>
          </a:lstStyle>
          <a:p/>
        </p:txBody>
      </p:sp>
      <p:sp>
        <p:nvSpPr>
          <p:cNvPr id="50" name="Google Shape;50;p10"/>
          <p:cNvSpPr txBox="1"/>
          <p:nvPr>
            <p:ph idx="4" type="body"/>
          </p:nvPr>
        </p:nvSpPr>
        <p:spPr>
          <a:xfrm>
            <a:off x="3240000" y="1440375"/>
            <a:ext cx="2664000" cy="342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51" name="Google Shape;51;p10"/>
          <p:cNvSpPr txBox="1"/>
          <p:nvPr>
            <p:ph idx="5" type="body"/>
          </p:nvPr>
        </p:nvSpPr>
        <p:spPr>
          <a:xfrm>
            <a:off x="6351525" y="1440375"/>
            <a:ext cx="2664000" cy="342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FB9FB4"/>
              </a:buClr>
              <a:buSzPts val="1800"/>
              <a:buChar char="●"/>
              <a:defRPr>
                <a:solidFill>
                  <a:srgbClr val="FB9FB4"/>
                </a:solidFill>
              </a:defRPr>
            </a:lvl1pPr>
            <a:lvl2pPr indent="-317500" lvl="1" marL="914400" rtl="0">
              <a:spcBef>
                <a:spcPts val="0"/>
              </a:spcBef>
              <a:spcAft>
                <a:spcPts val="0"/>
              </a:spcAft>
              <a:buClr>
                <a:srgbClr val="FB9FB4"/>
              </a:buClr>
              <a:buSzPts val="1400"/>
              <a:buChar char="○"/>
              <a:defRPr>
                <a:solidFill>
                  <a:srgbClr val="FB9FB4"/>
                </a:solidFill>
              </a:defRPr>
            </a:lvl2pPr>
            <a:lvl3pPr indent="-317500" lvl="2" marL="1371600" rtl="0">
              <a:spcBef>
                <a:spcPts val="0"/>
              </a:spcBef>
              <a:spcAft>
                <a:spcPts val="0"/>
              </a:spcAft>
              <a:buClr>
                <a:srgbClr val="FB9FB4"/>
              </a:buClr>
              <a:buSzPts val="1400"/>
              <a:buChar char="■"/>
              <a:defRPr>
                <a:solidFill>
                  <a:srgbClr val="FB9FB4"/>
                </a:solidFill>
              </a:defRPr>
            </a:lvl3pPr>
            <a:lvl4pPr indent="-317500" lvl="3" marL="1828800" rtl="0">
              <a:spcBef>
                <a:spcPts val="0"/>
              </a:spcBef>
              <a:spcAft>
                <a:spcPts val="0"/>
              </a:spcAft>
              <a:buClr>
                <a:srgbClr val="FB9FB4"/>
              </a:buClr>
              <a:buSzPts val="1400"/>
              <a:buChar char="●"/>
              <a:defRPr>
                <a:solidFill>
                  <a:srgbClr val="FB9FB4"/>
                </a:solidFill>
              </a:defRPr>
            </a:lvl4pPr>
            <a:lvl5pPr indent="-317500" lvl="4" marL="2286000" rtl="0">
              <a:spcBef>
                <a:spcPts val="0"/>
              </a:spcBef>
              <a:spcAft>
                <a:spcPts val="0"/>
              </a:spcAft>
              <a:buClr>
                <a:srgbClr val="FB9FB4"/>
              </a:buClr>
              <a:buSzPts val="1400"/>
              <a:buChar char="○"/>
              <a:defRPr>
                <a:solidFill>
                  <a:srgbClr val="FB9FB4"/>
                </a:solidFill>
              </a:defRPr>
            </a:lvl5pPr>
            <a:lvl6pPr indent="-317500" lvl="5" marL="2743200" rtl="0">
              <a:spcBef>
                <a:spcPts val="0"/>
              </a:spcBef>
              <a:spcAft>
                <a:spcPts val="0"/>
              </a:spcAft>
              <a:buClr>
                <a:srgbClr val="FB9FB4"/>
              </a:buClr>
              <a:buSzPts val="1400"/>
              <a:buChar char="■"/>
              <a:defRPr>
                <a:solidFill>
                  <a:srgbClr val="FB9FB4"/>
                </a:solidFill>
              </a:defRPr>
            </a:lvl6pPr>
            <a:lvl7pPr indent="-317500" lvl="6" marL="3200400" rtl="0">
              <a:spcBef>
                <a:spcPts val="0"/>
              </a:spcBef>
              <a:spcAft>
                <a:spcPts val="0"/>
              </a:spcAft>
              <a:buClr>
                <a:srgbClr val="FB9FB4"/>
              </a:buClr>
              <a:buSzPts val="1400"/>
              <a:buChar char="●"/>
              <a:defRPr>
                <a:solidFill>
                  <a:srgbClr val="FB9FB4"/>
                </a:solidFill>
              </a:defRPr>
            </a:lvl7pPr>
            <a:lvl8pPr indent="-317500" lvl="7" marL="3657600" rtl="0">
              <a:spcBef>
                <a:spcPts val="0"/>
              </a:spcBef>
              <a:spcAft>
                <a:spcPts val="0"/>
              </a:spcAft>
              <a:buClr>
                <a:srgbClr val="FB9FB4"/>
              </a:buClr>
              <a:buSzPts val="1400"/>
              <a:buChar char="○"/>
              <a:defRPr>
                <a:solidFill>
                  <a:srgbClr val="FB9FB4"/>
                </a:solidFill>
              </a:defRPr>
            </a:lvl8pPr>
            <a:lvl9pPr indent="-317500" lvl="8" marL="4114800" rtl="0">
              <a:spcBef>
                <a:spcPts val="0"/>
              </a:spcBef>
              <a:spcAft>
                <a:spcPts val="0"/>
              </a:spcAft>
              <a:buClr>
                <a:srgbClr val="FB9FB4"/>
              </a:buClr>
              <a:buSzPts val="1400"/>
              <a:buChar char="■"/>
              <a:defRPr>
                <a:solidFill>
                  <a:srgbClr val="FB9FB4"/>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1"/>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rgbClr val="D9D9D9"/>
              </a:buClr>
              <a:buSzPts val="2400"/>
              <a:buFont typeface="Barlow Condensed Thin"/>
              <a:buNone/>
              <a:defRPr sz="2400">
                <a:solidFill>
                  <a:srgbClr val="D9D9D9"/>
                </a:solidFill>
                <a:latin typeface="Barlow Condensed Thin"/>
                <a:ea typeface="Barlow Condensed Thin"/>
                <a:cs typeface="Barlow Condensed Thin"/>
                <a:sym typeface="Barlow Condensed Thin"/>
              </a:defRPr>
            </a:lvl1pPr>
          </a:lstStyle>
          <a:p/>
        </p:txBody>
      </p:sp>
      <p:sp>
        <p:nvSpPr>
          <p:cNvPr id="54" name="Google Shape;5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2"/>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57" name="Google Shape;57;p12"/>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rgbClr val="FFFFFF"/>
              </a:buClr>
              <a:buSzPts val="1800"/>
              <a:buChar char="●"/>
              <a:defRPr>
                <a:solidFill>
                  <a:srgbClr val="FFFFFF"/>
                </a:solidFill>
              </a:defRPr>
            </a:lvl1pPr>
            <a:lvl2pPr indent="-317500" lvl="1" marL="914400" algn="ctr">
              <a:spcBef>
                <a:spcPts val="0"/>
              </a:spcBef>
              <a:spcAft>
                <a:spcPts val="0"/>
              </a:spcAft>
              <a:buClr>
                <a:srgbClr val="FFFFFF"/>
              </a:buClr>
              <a:buSzPts val="1400"/>
              <a:buChar char="○"/>
              <a:defRPr>
                <a:solidFill>
                  <a:srgbClr val="FFFFFF"/>
                </a:solidFill>
              </a:defRPr>
            </a:lvl2pPr>
            <a:lvl3pPr indent="-317500" lvl="2" marL="1371600" algn="ctr">
              <a:spcBef>
                <a:spcPts val="0"/>
              </a:spcBef>
              <a:spcAft>
                <a:spcPts val="0"/>
              </a:spcAft>
              <a:buClr>
                <a:srgbClr val="FFFFFF"/>
              </a:buClr>
              <a:buSzPts val="1400"/>
              <a:buChar char="■"/>
              <a:defRPr>
                <a:solidFill>
                  <a:srgbClr val="FFFFFF"/>
                </a:solidFill>
              </a:defRPr>
            </a:lvl3pPr>
            <a:lvl4pPr indent="-317500" lvl="3" marL="1828800" algn="ctr">
              <a:spcBef>
                <a:spcPts val="0"/>
              </a:spcBef>
              <a:spcAft>
                <a:spcPts val="0"/>
              </a:spcAft>
              <a:buClr>
                <a:srgbClr val="FFFFFF"/>
              </a:buClr>
              <a:buSzPts val="1400"/>
              <a:buChar char="●"/>
              <a:defRPr>
                <a:solidFill>
                  <a:srgbClr val="FFFFFF"/>
                </a:solidFill>
              </a:defRPr>
            </a:lvl4pPr>
            <a:lvl5pPr indent="-317500" lvl="4" marL="2286000" algn="ctr">
              <a:spcBef>
                <a:spcPts val="0"/>
              </a:spcBef>
              <a:spcAft>
                <a:spcPts val="0"/>
              </a:spcAft>
              <a:buClr>
                <a:srgbClr val="FFFFFF"/>
              </a:buClr>
              <a:buSzPts val="1400"/>
              <a:buChar char="○"/>
              <a:defRPr>
                <a:solidFill>
                  <a:srgbClr val="FFFFFF"/>
                </a:solidFill>
              </a:defRPr>
            </a:lvl5pPr>
            <a:lvl6pPr indent="-317500" lvl="5" marL="2743200" algn="ctr">
              <a:spcBef>
                <a:spcPts val="0"/>
              </a:spcBef>
              <a:spcAft>
                <a:spcPts val="0"/>
              </a:spcAft>
              <a:buClr>
                <a:srgbClr val="FFFFFF"/>
              </a:buClr>
              <a:buSzPts val="1400"/>
              <a:buChar char="■"/>
              <a:defRPr>
                <a:solidFill>
                  <a:srgbClr val="FFFFFF"/>
                </a:solidFill>
              </a:defRPr>
            </a:lvl6pPr>
            <a:lvl7pPr indent="-317500" lvl="6" marL="3200400" algn="ctr">
              <a:spcBef>
                <a:spcPts val="0"/>
              </a:spcBef>
              <a:spcAft>
                <a:spcPts val="0"/>
              </a:spcAft>
              <a:buClr>
                <a:srgbClr val="FFFFFF"/>
              </a:buClr>
              <a:buSzPts val="1400"/>
              <a:buChar char="●"/>
              <a:defRPr>
                <a:solidFill>
                  <a:srgbClr val="FFFFFF"/>
                </a:solidFill>
              </a:defRPr>
            </a:lvl7pPr>
            <a:lvl8pPr indent="-317500" lvl="7" marL="3657600" algn="ctr">
              <a:spcBef>
                <a:spcPts val="0"/>
              </a:spcBef>
              <a:spcAft>
                <a:spcPts val="0"/>
              </a:spcAft>
              <a:buClr>
                <a:srgbClr val="FFFFFF"/>
              </a:buClr>
              <a:buSzPts val="1400"/>
              <a:buChar char="○"/>
              <a:defRPr>
                <a:solidFill>
                  <a:srgbClr val="FFFFFF"/>
                </a:solidFill>
              </a:defRPr>
            </a:lvl8pPr>
            <a:lvl9pPr indent="-317500" lvl="8" marL="4114800" algn="ctr">
              <a:spcBef>
                <a:spcPts val="0"/>
              </a:spcBef>
              <a:spcAft>
                <a:spcPts val="0"/>
              </a:spcAft>
              <a:buClr>
                <a:srgbClr val="FFFFFF"/>
              </a:buClr>
              <a:buSzPts val="1400"/>
              <a:buChar char="■"/>
              <a:defRPr>
                <a:solidFill>
                  <a:srgbClr val="FFFFFF"/>
                </a:solidFill>
              </a:defRPr>
            </a:lvl9pPr>
          </a:lstStyle>
          <a:p/>
        </p:txBody>
      </p:sp>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61" name="Shape 61"/>
        <p:cNvGrpSpPr/>
        <p:nvPr/>
      </p:nvGrpSpPr>
      <p:grpSpPr>
        <a:xfrm>
          <a:off x="0" y="0"/>
          <a:ext cx="0" cy="0"/>
          <a:chOff x="0" y="0"/>
          <a:chExt cx="0" cy="0"/>
        </a:xfrm>
      </p:grpSpPr>
      <p:sp>
        <p:nvSpPr>
          <p:cNvPr id="62" name="Google Shape;62;p14"/>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63" name="Google Shape;63;p14"/>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a:bodyPr>
          <a:lstStyle>
            <a:lvl1pPr lvl="0" algn="ctr">
              <a:spcBef>
                <a:spcPts val="0"/>
              </a:spcBef>
              <a:spcAft>
                <a:spcPts val="0"/>
              </a:spcAft>
              <a:buClr>
                <a:srgbClr val="741B47"/>
              </a:buClr>
              <a:buSzPts val="12800"/>
              <a:buNone/>
              <a:defRPr sz="12800">
                <a:solidFill>
                  <a:srgbClr val="741B47"/>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64" name="Google Shape;64;p14"/>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p:cSld name="TITLE_AND_BODY_1">
    <p:bg>
      <p:bgPr>
        <a:solidFill>
          <a:srgbClr val="741B47"/>
        </a:solidFill>
      </p:bgPr>
    </p:bg>
    <p:spTree>
      <p:nvGrpSpPr>
        <p:cNvPr id="65" name="Shape 65"/>
        <p:cNvGrpSpPr/>
        <p:nvPr/>
      </p:nvGrpSpPr>
      <p:grpSpPr>
        <a:xfrm>
          <a:off x="0" y="0"/>
          <a:ext cx="0" cy="0"/>
          <a:chOff x="0" y="0"/>
          <a:chExt cx="0" cy="0"/>
        </a:xfrm>
      </p:grpSpPr>
      <p:sp>
        <p:nvSpPr>
          <p:cNvPr id="66" name="Google Shape;66;p15"/>
          <p:cNvSpPr txBox="1"/>
          <p:nvPr>
            <p:ph idx="1" type="subTitle"/>
          </p:nvPr>
        </p:nvSpPr>
        <p:spPr>
          <a:xfrm>
            <a:off x="475075" y="309225"/>
            <a:ext cx="3655200" cy="357600"/>
          </a:xfrm>
          <a:prstGeom prst="rect">
            <a:avLst/>
          </a:prstGeom>
        </p:spPr>
        <p:txBody>
          <a:bodyPr anchorCtr="0" anchor="t" bIns="91425" lIns="91425" spcFirstLastPara="1" rIns="91425" wrap="square" tIns="91425">
            <a:normAutofit/>
          </a:bodyPr>
          <a:lstStyle>
            <a:lvl1pPr lvl="0">
              <a:spcBef>
                <a:spcPts val="0"/>
              </a:spcBef>
              <a:spcAft>
                <a:spcPts val="0"/>
              </a:spcAft>
              <a:buSzPts val="1800"/>
              <a:buFont typeface="Hepta Slab Medium"/>
              <a:buNone/>
              <a:defRPr>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67" name="Google Shape;67;p15"/>
          <p:cNvSpPr txBox="1"/>
          <p:nvPr>
            <p:ph idx="2" type="body"/>
          </p:nvPr>
        </p:nvSpPr>
        <p:spPr>
          <a:xfrm>
            <a:off x="711097" y="980554"/>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68" name="Google Shape;68;p15"/>
          <p:cNvSpPr txBox="1"/>
          <p:nvPr>
            <p:ph idx="3" type="subTitle"/>
          </p:nvPr>
        </p:nvSpPr>
        <p:spPr>
          <a:xfrm>
            <a:off x="1699221" y="980279"/>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69" name="Google Shape;69;p15"/>
          <p:cNvSpPr txBox="1"/>
          <p:nvPr>
            <p:ph idx="4" type="body"/>
          </p:nvPr>
        </p:nvSpPr>
        <p:spPr>
          <a:xfrm>
            <a:off x="2285797" y="1226054"/>
            <a:ext cx="1775700" cy="11085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0" name="Google Shape;70;p15"/>
          <p:cNvSpPr txBox="1"/>
          <p:nvPr>
            <p:ph idx="5" type="body"/>
          </p:nvPr>
        </p:nvSpPr>
        <p:spPr>
          <a:xfrm>
            <a:off x="711097" y="2222666"/>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71" name="Google Shape;71;p15"/>
          <p:cNvSpPr txBox="1"/>
          <p:nvPr>
            <p:ph idx="6" type="subTitle"/>
          </p:nvPr>
        </p:nvSpPr>
        <p:spPr>
          <a:xfrm>
            <a:off x="1699221" y="2222391"/>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2" name="Google Shape;72;p15"/>
          <p:cNvSpPr txBox="1"/>
          <p:nvPr>
            <p:ph idx="7" type="body"/>
          </p:nvPr>
        </p:nvSpPr>
        <p:spPr>
          <a:xfrm>
            <a:off x="2285797" y="2468166"/>
            <a:ext cx="1775700" cy="8430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3" name="Google Shape;73;p15"/>
          <p:cNvSpPr txBox="1"/>
          <p:nvPr>
            <p:ph idx="8" type="body"/>
          </p:nvPr>
        </p:nvSpPr>
        <p:spPr>
          <a:xfrm>
            <a:off x="711097" y="3219093"/>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74" name="Google Shape;74;p15"/>
          <p:cNvSpPr txBox="1"/>
          <p:nvPr>
            <p:ph idx="9" type="subTitle"/>
          </p:nvPr>
        </p:nvSpPr>
        <p:spPr>
          <a:xfrm>
            <a:off x="1699221" y="3218818"/>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5" name="Google Shape;75;p15"/>
          <p:cNvSpPr txBox="1"/>
          <p:nvPr>
            <p:ph idx="13" type="body"/>
          </p:nvPr>
        </p:nvSpPr>
        <p:spPr>
          <a:xfrm>
            <a:off x="2285797" y="3464593"/>
            <a:ext cx="1775700" cy="8430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6" name="Google Shape;76;p15"/>
          <p:cNvSpPr txBox="1"/>
          <p:nvPr>
            <p:ph idx="14" type="body"/>
          </p:nvPr>
        </p:nvSpPr>
        <p:spPr>
          <a:xfrm>
            <a:off x="4746581" y="980554"/>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77" name="Google Shape;77;p15"/>
          <p:cNvSpPr txBox="1"/>
          <p:nvPr>
            <p:ph idx="15" type="subTitle"/>
          </p:nvPr>
        </p:nvSpPr>
        <p:spPr>
          <a:xfrm>
            <a:off x="5734705" y="980279"/>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78" name="Google Shape;78;p15"/>
          <p:cNvSpPr txBox="1"/>
          <p:nvPr>
            <p:ph idx="16" type="body"/>
          </p:nvPr>
        </p:nvSpPr>
        <p:spPr>
          <a:xfrm>
            <a:off x="6321281" y="1226054"/>
            <a:ext cx="1775700" cy="11085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79" name="Google Shape;79;p15"/>
          <p:cNvSpPr txBox="1"/>
          <p:nvPr>
            <p:ph idx="17" type="body"/>
          </p:nvPr>
        </p:nvSpPr>
        <p:spPr>
          <a:xfrm>
            <a:off x="4746581" y="2222666"/>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80" name="Google Shape;80;p15"/>
          <p:cNvSpPr txBox="1"/>
          <p:nvPr>
            <p:ph idx="18" type="subTitle"/>
          </p:nvPr>
        </p:nvSpPr>
        <p:spPr>
          <a:xfrm>
            <a:off x="5734705" y="2222391"/>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81" name="Google Shape;81;p15"/>
          <p:cNvSpPr txBox="1"/>
          <p:nvPr>
            <p:ph idx="19" type="body"/>
          </p:nvPr>
        </p:nvSpPr>
        <p:spPr>
          <a:xfrm>
            <a:off x="6321281" y="2468166"/>
            <a:ext cx="1775700" cy="8430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2" name="Google Shape;82;p15"/>
          <p:cNvSpPr txBox="1"/>
          <p:nvPr>
            <p:ph idx="20" type="body"/>
          </p:nvPr>
        </p:nvSpPr>
        <p:spPr>
          <a:xfrm>
            <a:off x="4746581" y="3219093"/>
            <a:ext cx="926100" cy="474000"/>
          </a:xfrm>
          <a:prstGeom prst="rect">
            <a:avLst/>
          </a:prstGeom>
        </p:spPr>
        <p:txBody>
          <a:bodyPr anchorCtr="0" anchor="t" bIns="91425" lIns="91425" spcFirstLastPara="1" rIns="91425" wrap="square" tIns="91425">
            <a:normAutofit/>
          </a:bodyPr>
          <a:lstStyle>
            <a:lvl1pPr indent="-406400" lvl="0" marL="457200" algn="r">
              <a:lnSpc>
                <a:spcPct val="80000"/>
              </a:lnSpc>
              <a:spcBef>
                <a:spcPts val="0"/>
              </a:spcBef>
              <a:spcAft>
                <a:spcPts val="0"/>
              </a:spcAft>
              <a:buClr>
                <a:schemeClr val="dk1"/>
              </a:buClr>
              <a:buSzPts val="2800"/>
              <a:buFont typeface="Barlow ExtraLight"/>
              <a:buChar char="●"/>
              <a:defRPr sz="2800">
                <a:solidFill>
                  <a:schemeClr val="dk1"/>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2pPr>
            <a:lvl3pPr indent="-317500" lvl="2" marL="1371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3pPr>
            <a:lvl4pPr indent="-317500" lvl="3" marL="1828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4pPr>
            <a:lvl5pPr indent="-317500" lvl="4" marL="22860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5pPr>
            <a:lvl6pPr indent="-317500" lvl="5" marL="27432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6pPr>
            <a:lvl7pPr indent="-317500" lvl="6" marL="32004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7pPr>
            <a:lvl8pPr indent="-317500" lvl="7" marL="36576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8pPr>
            <a:lvl9pPr indent="-317500" lvl="8" marL="4114800">
              <a:lnSpc>
                <a:spcPct val="80000"/>
              </a:lnSpc>
              <a:spcBef>
                <a:spcPts val="0"/>
              </a:spcBef>
              <a:spcAft>
                <a:spcPts val="0"/>
              </a:spcAft>
              <a:buClr>
                <a:schemeClr val="dk1"/>
              </a:buClr>
              <a:buSzPts val="1400"/>
              <a:buFont typeface="Barlow ExtraLight"/>
              <a:buChar char="■"/>
              <a:defRPr>
                <a:solidFill>
                  <a:schemeClr val="dk1"/>
                </a:solidFill>
                <a:latin typeface="Barlow ExtraLight"/>
                <a:ea typeface="Barlow ExtraLight"/>
                <a:cs typeface="Barlow ExtraLight"/>
                <a:sym typeface="Barlow ExtraLight"/>
              </a:defRPr>
            </a:lvl9pPr>
          </a:lstStyle>
          <a:p/>
        </p:txBody>
      </p:sp>
      <p:sp>
        <p:nvSpPr>
          <p:cNvPr id="83" name="Google Shape;83;p15"/>
          <p:cNvSpPr txBox="1"/>
          <p:nvPr>
            <p:ph idx="21" type="subTitle"/>
          </p:nvPr>
        </p:nvSpPr>
        <p:spPr>
          <a:xfrm>
            <a:off x="5734705" y="3218818"/>
            <a:ext cx="2362200" cy="474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8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84" name="Google Shape;84;p15"/>
          <p:cNvSpPr txBox="1"/>
          <p:nvPr>
            <p:ph idx="22" type="body"/>
          </p:nvPr>
        </p:nvSpPr>
        <p:spPr>
          <a:xfrm>
            <a:off x="6321281" y="3464593"/>
            <a:ext cx="1775700" cy="8430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85" name="Google Shape;85;p15"/>
          <p:cNvSpPr txBox="1"/>
          <p:nvPr>
            <p:ph idx="12" type="sldNum"/>
          </p:nvPr>
        </p:nvSpPr>
        <p:spPr>
          <a:xfrm>
            <a:off x="8490529" y="250829"/>
            <a:ext cx="348900" cy="178200"/>
          </a:xfrm>
          <a:prstGeom prst="rect">
            <a:avLst/>
          </a:prstGeom>
        </p:spPr>
        <p:txBody>
          <a:bodyPr anchorCtr="0" anchor="ctr" bIns="91425" lIns="91425" spcFirstLastPara="1" rIns="91425" wrap="square" tIns="91425">
            <a:normAutofit fontScale="25000" lnSpcReduction="20000"/>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86" name="Shape 86"/>
        <p:cNvGrpSpPr/>
        <p:nvPr/>
      </p:nvGrpSpPr>
      <p:grpSpPr>
        <a:xfrm>
          <a:off x="0" y="0"/>
          <a:ext cx="0" cy="0"/>
          <a:chOff x="0" y="0"/>
          <a:chExt cx="0" cy="0"/>
        </a:xfrm>
      </p:grpSpPr>
      <p:sp>
        <p:nvSpPr>
          <p:cNvPr id="87" name="Google Shape;87;p16"/>
          <p:cNvSpPr txBox="1"/>
          <p:nvPr>
            <p:ph type="title"/>
          </p:nvPr>
        </p:nvSpPr>
        <p:spPr>
          <a:xfrm>
            <a:off x="723861" y="1584738"/>
            <a:ext cx="2670600" cy="31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88" name="Google Shape;88;p16"/>
          <p:cNvSpPr txBox="1"/>
          <p:nvPr>
            <p:ph idx="2" type="title"/>
          </p:nvPr>
        </p:nvSpPr>
        <p:spPr>
          <a:xfrm>
            <a:off x="723861" y="2390981"/>
            <a:ext cx="2670600" cy="31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89" name="Google Shape;89;p16"/>
          <p:cNvSpPr txBox="1"/>
          <p:nvPr>
            <p:ph idx="3" type="title"/>
          </p:nvPr>
        </p:nvSpPr>
        <p:spPr>
          <a:xfrm>
            <a:off x="723861" y="3157931"/>
            <a:ext cx="2670600" cy="31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90" name="Google Shape;90;p16"/>
          <p:cNvSpPr txBox="1"/>
          <p:nvPr>
            <p:ph idx="4" type="title"/>
          </p:nvPr>
        </p:nvSpPr>
        <p:spPr>
          <a:xfrm>
            <a:off x="723861" y="3954905"/>
            <a:ext cx="2670600" cy="31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91" name="Google Shape;91;p16"/>
          <p:cNvSpPr txBox="1"/>
          <p:nvPr>
            <p:ph idx="1" type="subTitle"/>
          </p:nvPr>
        </p:nvSpPr>
        <p:spPr>
          <a:xfrm>
            <a:off x="480420" y="290626"/>
            <a:ext cx="3592200" cy="337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18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92" name="Google Shape;92;p16"/>
          <p:cNvSpPr txBox="1"/>
          <p:nvPr>
            <p:ph idx="5" type="body"/>
          </p:nvPr>
        </p:nvSpPr>
        <p:spPr>
          <a:xfrm>
            <a:off x="480425" y="610475"/>
            <a:ext cx="4878300" cy="37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7500" lvl="2" marL="13716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3pPr>
            <a:lvl4pPr indent="-317500" lvl="3" marL="18288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317500" lvl="5" marL="27432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6pPr>
            <a:lvl7pPr indent="-317500" lvl="6" marL="3200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7pPr>
            <a:lvl8pPr indent="-317500" lvl="7" marL="36576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8pPr>
            <a:lvl9pPr indent="-317500" lvl="8" marL="41148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9pPr>
          </a:lstStyle>
          <a:p/>
        </p:txBody>
      </p:sp>
      <p:sp>
        <p:nvSpPr>
          <p:cNvPr id="93" name="Google Shape;93;p16"/>
          <p:cNvSpPr txBox="1"/>
          <p:nvPr>
            <p:ph idx="12" type="sldNum"/>
          </p:nvPr>
        </p:nvSpPr>
        <p:spPr>
          <a:xfrm>
            <a:off x="8490529" y="250829"/>
            <a:ext cx="348900" cy="178200"/>
          </a:xfrm>
          <a:prstGeom prst="rect">
            <a:avLst/>
          </a:prstGeom>
        </p:spPr>
        <p:txBody>
          <a:bodyPr anchorCtr="0" anchor="ctr" bIns="91425" lIns="91425" spcFirstLastPara="1" rIns="91425" wrap="square" tIns="91425">
            <a:normAutofit fontScale="25000" lnSpcReduction="20000"/>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TITLE_AND_DESCRIPTION_1">
    <p:spTree>
      <p:nvGrpSpPr>
        <p:cNvPr id="94" name="Shape 94"/>
        <p:cNvGrpSpPr/>
        <p:nvPr/>
      </p:nvGrpSpPr>
      <p:grpSpPr>
        <a:xfrm>
          <a:off x="0" y="0"/>
          <a:ext cx="0" cy="0"/>
          <a:chOff x="0" y="0"/>
          <a:chExt cx="0" cy="0"/>
        </a:xfrm>
      </p:grpSpPr>
      <p:sp>
        <p:nvSpPr>
          <p:cNvPr id="95" name="Google Shape;95;p17"/>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96" name="Google Shape;96;p17"/>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97" name="Google Shape;97;p17"/>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2">
    <p:spTree>
      <p:nvGrpSpPr>
        <p:cNvPr id="98" name="Shape 98"/>
        <p:cNvGrpSpPr/>
        <p:nvPr/>
      </p:nvGrpSpPr>
      <p:grpSpPr>
        <a:xfrm>
          <a:off x="0" y="0"/>
          <a:ext cx="0" cy="0"/>
          <a:chOff x="0" y="0"/>
          <a:chExt cx="0" cy="0"/>
        </a:xfrm>
      </p:grpSpPr>
      <p:sp>
        <p:nvSpPr>
          <p:cNvPr id="99" name="Google Shape;99;p18"/>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00" name="Google Shape;100;p18"/>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101" name="Google Shape;101;p18"/>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4">
    <p:spTree>
      <p:nvGrpSpPr>
        <p:cNvPr id="102" name="Shape 102"/>
        <p:cNvGrpSpPr/>
        <p:nvPr/>
      </p:nvGrpSpPr>
      <p:grpSpPr>
        <a:xfrm>
          <a:off x="0" y="0"/>
          <a:ext cx="0" cy="0"/>
          <a:chOff x="0" y="0"/>
          <a:chExt cx="0" cy="0"/>
        </a:xfrm>
      </p:grpSpPr>
      <p:sp>
        <p:nvSpPr>
          <p:cNvPr id="103" name="Google Shape;103;p19"/>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04" name="Google Shape;104;p19"/>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105" name="Google Shape;105;p19"/>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106" name="Shape 106"/>
        <p:cNvGrpSpPr/>
        <p:nvPr/>
      </p:nvGrpSpPr>
      <p:grpSpPr>
        <a:xfrm>
          <a:off x="0" y="0"/>
          <a:ext cx="0" cy="0"/>
          <a:chOff x="0" y="0"/>
          <a:chExt cx="0" cy="0"/>
        </a:xfrm>
      </p:grpSpPr>
      <p:sp>
        <p:nvSpPr>
          <p:cNvPr id="107" name="Google Shape;107;p20"/>
          <p:cNvSpPr/>
          <p:nvPr/>
        </p:nvSpPr>
        <p:spPr>
          <a:xfrm rot="-5400000">
            <a:off x="4090300" y="-436575"/>
            <a:ext cx="4099200" cy="6015000"/>
          </a:xfrm>
          <a:prstGeom prst="round2SameRect">
            <a:avLst>
              <a:gd fmla="val 16667" name="adj1"/>
              <a:gd fmla="val 0" name="adj2"/>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08" name="Google Shape;108;p20"/>
          <p:cNvSpPr txBox="1"/>
          <p:nvPr>
            <p:ph idx="1" type="body"/>
          </p:nvPr>
        </p:nvSpPr>
        <p:spPr>
          <a:xfrm>
            <a:off x="3918400" y="3680775"/>
            <a:ext cx="1294800" cy="100200"/>
          </a:xfrm>
          <a:prstGeom prst="rect">
            <a:avLst/>
          </a:prstGeom>
        </p:spPr>
        <p:txBody>
          <a:bodyPr anchorCtr="0" anchor="t" bIns="0" lIns="0" spcFirstLastPara="1" rIns="0" wrap="square" tIns="0">
            <a:normAutofit/>
          </a:bodyPr>
          <a:lstStyle>
            <a:lvl1pPr indent="-273050" lvl="0" marL="457200">
              <a:spcBef>
                <a:spcPts val="0"/>
              </a:spcBef>
              <a:spcAft>
                <a:spcPts val="0"/>
              </a:spcAft>
              <a:buSzPts val="700"/>
              <a:buFont typeface="Barlow Medium"/>
              <a:buChar char="●"/>
              <a:defRPr sz="700">
                <a:latin typeface="Barlow Medium"/>
                <a:ea typeface="Barlow Medium"/>
                <a:cs typeface="Barlow Medium"/>
                <a:sym typeface="Barlow Medium"/>
              </a:defRPr>
            </a:lvl1pPr>
            <a:lvl2pPr indent="-273050" lvl="1" marL="914400">
              <a:spcBef>
                <a:spcPts val="0"/>
              </a:spcBef>
              <a:spcAft>
                <a:spcPts val="0"/>
              </a:spcAft>
              <a:buSzPts val="700"/>
              <a:buFont typeface="Barlow Medium"/>
              <a:buChar char="○"/>
              <a:defRPr sz="700">
                <a:latin typeface="Barlow Medium"/>
                <a:ea typeface="Barlow Medium"/>
                <a:cs typeface="Barlow Medium"/>
                <a:sym typeface="Barlow Medium"/>
              </a:defRPr>
            </a:lvl2pPr>
            <a:lvl3pPr indent="-273050" lvl="2" marL="1371600">
              <a:spcBef>
                <a:spcPts val="0"/>
              </a:spcBef>
              <a:spcAft>
                <a:spcPts val="0"/>
              </a:spcAft>
              <a:buSzPts val="700"/>
              <a:buFont typeface="Barlow Medium"/>
              <a:buChar char="■"/>
              <a:defRPr sz="700">
                <a:latin typeface="Barlow Medium"/>
                <a:ea typeface="Barlow Medium"/>
                <a:cs typeface="Barlow Medium"/>
                <a:sym typeface="Barlow Medium"/>
              </a:defRPr>
            </a:lvl3pPr>
            <a:lvl4pPr indent="-273050" lvl="3" marL="1828800">
              <a:spcBef>
                <a:spcPts val="0"/>
              </a:spcBef>
              <a:spcAft>
                <a:spcPts val="0"/>
              </a:spcAft>
              <a:buSzPts val="700"/>
              <a:buFont typeface="Barlow Medium"/>
              <a:buChar char="●"/>
              <a:defRPr sz="700">
                <a:latin typeface="Barlow Medium"/>
                <a:ea typeface="Barlow Medium"/>
                <a:cs typeface="Barlow Medium"/>
                <a:sym typeface="Barlow Medium"/>
              </a:defRPr>
            </a:lvl4pPr>
            <a:lvl5pPr indent="-273050" lvl="4" marL="2286000">
              <a:spcBef>
                <a:spcPts val="0"/>
              </a:spcBef>
              <a:spcAft>
                <a:spcPts val="0"/>
              </a:spcAft>
              <a:buSzPts val="700"/>
              <a:buFont typeface="Barlow Medium"/>
              <a:buChar char="○"/>
              <a:defRPr sz="700">
                <a:latin typeface="Barlow Medium"/>
                <a:ea typeface="Barlow Medium"/>
                <a:cs typeface="Barlow Medium"/>
                <a:sym typeface="Barlow Medium"/>
              </a:defRPr>
            </a:lvl5pPr>
            <a:lvl6pPr indent="-273050" lvl="5" marL="2743200">
              <a:spcBef>
                <a:spcPts val="0"/>
              </a:spcBef>
              <a:spcAft>
                <a:spcPts val="0"/>
              </a:spcAft>
              <a:buSzPts val="700"/>
              <a:buFont typeface="Barlow Medium"/>
              <a:buChar char="■"/>
              <a:defRPr sz="700">
                <a:latin typeface="Barlow Medium"/>
                <a:ea typeface="Barlow Medium"/>
                <a:cs typeface="Barlow Medium"/>
                <a:sym typeface="Barlow Medium"/>
              </a:defRPr>
            </a:lvl6pPr>
            <a:lvl7pPr indent="-273050" lvl="6" marL="3200400">
              <a:spcBef>
                <a:spcPts val="0"/>
              </a:spcBef>
              <a:spcAft>
                <a:spcPts val="0"/>
              </a:spcAft>
              <a:buSzPts val="700"/>
              <a:buFont typeface="Barlow Medium"/>
              <a:buChar char="●"/>
              <a:defRPr sz="700">
                <a:latin typeface="Barlow Medium"/>
                <a:ea typeface="Barlow Medium"/>
                <a:cs typeface="Barlow Medium"/>
                <a:sym typeface="Barlow Medium"/>
              </a:defRPr>
            </a:lvl7pPr>
            <a:lvl8pPr indent="-273050" lvl="7" marL="3657600">
              <a:spcBef>
                <a:spcPts val="0"/>
              </a:spcBef>
              <a:spcAft>
                <a:spcPts val="0"/>
              </a:spcAft>
              <a:buSzPts val="700"/>
              <a:buFont typeface="Barlow Medium"/>
              <a:buChar char="○"/>
              <a:defRPr sz="700">
                <a:latin typeface="Barlow Medium"/>
                <a:ea typeface="Barlow Medium"/>
                <a:cs typeface="Barlow Medium"/>
                <a:sym typeface="Barlow Medium"/>
              </a:defRPr>
            </a:lvl8pPr>
            <a:lvl9pPr indent="-273050" lvl="8" marL="4114800">
              <a:spcBef>
                <a:spcPts val="0"/>
              </a:spcBef>
              <a:spcAft>
                <a:spcPts val="0"/>
              </a:spcAft>
              <a:buSzPts val="700"/>
              <a:buFont typeface="Barlow Medium"/>
              <a:buChar char="■"/>
              <a:defRPr sz="700">
                <a:latin typeface="Barlow Medium"/>
                <a:ea typeface="Barlow Medium"/>
                <a:cs typeface="Barlow Medium"/>
                <a:sym typeface="Barlow Medium"/>
              </a:defRPr>
            </a:lvl9pPr>
          </a:lstStyle>
          <a:p/>
        </p:txBody>
      </p:sp>
      <p:sp>
        <p:nvSpPr>
          <p:cNvPr id="109" name="Google Shape;109;p20"/>
          <p:cNvSpPr txBox="1"/>
          <p:nvPr>
            <p:ph idx="2" type="body"/>
          </p:nvPr>
        </p:nvSpPr>
        <p:spPr>
          <a:xfrm>
            <a:off x="3918400" y="3780825"/>
            <a:ext cx="1294800" cy="223200"/>
          </a:xfrm>
          <a:prstGeom prst="rect">
            <a:avLst/>
          </a:prstGeom>
        </p:spPr>
        <p:txBody>
          <a:bodyPr anchorCtr="0" anchor="t" bIns="0" lIns="0" spcFirstLastPara="1" rIns="0" wrap="square" tIns="0">
            <a:normAutofit/>
          </a:bodyPr>
          <a:lstStyle>
            <a:lvl1pPr indent="-273050" lvl="0" marL="457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1pPr>
            <a:lvl2pPr indent="-273050" lvl="1" marL="914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2pPr>
            <a:lvl3pPr indent="-273050" lvl="2" marL="1371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3pPr>
            <a:lvl4pPr indent="-273050" lvl="3" marL="1828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4pPr>
            <a:lvl5pPr indent="-273050" lvl="4" marL="22860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5pPr>
            <a:lvl6pPr indent="-273050" lvl="5" marL="2743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6pPr>
            <a:lvl7pPr indent="-273050" lvl="6" marL="3200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7pPr>
            <a:lvl8pPr indent="-273050" lvl="7" marL="3657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8pPr>
            <a:lvl9pPr indent="-273050" lvl="8" marL="4114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9pPr>
          </a:lstStyle>
          <a:p/>
        </p:txBody>
      </p:sp>
      <p:sp>
        <p:nvSpPr>
          <p:cNvPr id="110" name="Google Shape;110;p20"/>
          <p:cNvSpPr txBox="1"/>
          <p:nvPr>
            <p:ph idx="3" type="body"/>
          </p:nvPr>
        </p:nvSpPr>
        <p:spPr>
          <a:xfrm>
            <a:off x="7044450" y="3680550"/>
            <a:ext cx="1294800" cy="100200"/>
          </a:xfrm>
          <a:prstGeom prst="rect">
            <a:avLst/>
          </a:prstGeom>
        </p:spPr>
        <p:txBody>
          <a:bodyPr anchorCtr="0" anchor="t" bIns="0" lIns="0" spcFirstLastPara="1" rIns="0" wrap="square" tIns="0">
            <a:normAutofit/>
          </a:bodyPr>
          <a:lstStyle>
            <a:lvl1pPr indent="-273050" lvl="0" marL="457200">
              <a:spcBef>
                <a:spcPts val="0"/>
              </a:spcBef>
              <a:spcAft>
                <a:spcPts val="0"/>
              </a:spcAft>
              <a:buSzPts val="700"/>
              <a:buFont typeface="Barlow Medium"/>
              <a:buChar char="●"/>
              <a:defRPr sz="700">
                <a:latin typeface="Barlow Medium"/>
                <a:ea typeface="Barlow Medium"/>
                <a:cs typeface="Barlow Medium"/>
                <a:sym typeface="Barlow Medium"/>
              </a:defRPr>
            </a:lvl1pPr>
            <a:lvl2pPr indent="-273050" lvl="1" marL="914400">
              <a:spcBef>
                <a:spcPts val="0"/>
              </a:spcBef>
              <a:spcAft>
                <a:spcPts val="0"/>
              </a:spcAft>
              <a:buSzPts val="700"/>
              <a:buFont typeface="Barlow Medium"/>
              <a:buChar char="○"/>
              <a:defRPr sz="700">
                <a:latin typeface="Barlow Medium"/>
                <a:ea typeface="Barlow Medium"/>
                <a:cs typeface="Barlow Medium"/>
                <a:sym typeface="Barlow Medium"/>
              </a:defRPr>
            </a:lvl2pPr>
            <a:lvl3pPr indent="-273050" lvl="2" marL="1371600">
              <a:spcBef>
                <a:spcPts val="0"/>
              </a:spcBef>
              <a:spcAft>
                <a:spcPts val="0"/>
              </a:spcAft>
              <a:buSzPts val="700"/>
              <a:buFont typeface="Barlow Medium"/>
              <a:buChar char="■"/>
              <a:defRPr sz="700">
                <a:latin typeface="Barlow Medium"/>
                <a:ea typeface="Barlow Medium"/>
                <a:cs typeface="Barlow Medium"/>
                <a:sym typeface="Barlow Medium"/>
              </a:defRPr>
            </a:lvl3pPr>
            <a:lvl4pPr indent="-273050" lvl="3" marL="1828800">
              <a:spcBef>
                <a:spcPts val="0"/>
              </a:spcBef>
              <a:spcAft>
                <a:spcPts val="0"/>
              </a:spcAft>
              <a:buSzPts val="700"/>
              <a:buFont typeface="Barlow Medium"/>
              <a:buChar char="●"/>
              <a:defRPr sz="700">
                <a:latin typeface="Barlow Medium"/>
                <a:ea typeface="Barlow Medium"/>
                <a:cs typeface="Barlow Medium"/>
                <a:sym typeface="Barlow Medium"/>
              </a:defRPr>
            </a:lvl4pPr>
            <a:lvl5pPr indent="-273050" lvl="4" marL="2286000">
              <a:spcBef>
                <a:spcPts val="0"/>
              </a:spcBef>
              <a:spcAft>
                <a:spcPts val="0"/>
              </a:spcAft>
              <a:buSzPts val="700"/>
              <a:buFont typeface="Barlow Medium"/>
              <a:buChar char="○"/>
              <a:defRPr sz="700">
                <a:latin typeface="Barlow Medium"/>
                <a:ea typeface="Barlow Medium"/>
                <a:cs typeface="Barlow Medium"/>
                <a:sym typeface="Barlow Medium"/>
              </a:defRPr>
            </a:lvl5pPr>
            <a:lvl6pPr indent="-273050" lvl="5" marL="2743200">
              <a:spcBef>
                <a:spcPts val="0"/>
              </a:spcBef>
              <a:spcAft>
                <a:spcPts val="0"/>
              </a:spcAft>
              <a:buSzPts val="700"/>
              <a:buFont typeface="Barlow Medium"/>
              <a:buChar char="■"/>
              <a:defRPr sz="700">
                <a:latin typeface="Barlow Medium"/>
                <a:ea typeface="Barlow Medium"/>
                <a:cs typeface="Barlow Medium"/>
                <a:sym typeface="Barlow Medium"/>
              </a:defRPr>
            </a:lvl6pPr>
            <a:lvl7pPr indent="-273050" lvl="6" marL="3200400">
              <a:spcBef>
                <a:spcPts val="0"/>
              </a:spcBef>
              <a:spcAft>
                <a:spcPts val="0"/>
              </a:spcAft>
              <a:buSzPts val="700"/>
              <a:buFont typeface="Barlow Medium"/>
              <a:buChar char="●"/>
              <a:defRPr sz="700">
                <a:latin typeface="Barlow Medium"/>
                <a:ea typeface="Barlow Medium"/>
                <a:cs typeface="Barlow Medium"/>
                <a:sym typeface="Barlow Medium"/>
              </a:defRPr>
            </a:lvl7pPr>
            <a:lvl8pPr indent="-273050" lvl="7" marL="3657600">
              <a:spcBef>
                <a:spcPts val="0"/>
              </a:spcBef>
              <a:spcAft>
                <a:spcPts val="0"/>
              </a:spcAft>
              <a:buSzPts val="700"/>
              <a:buFont typeface="Barlow Medium"/>
              <a:buChar char="○"/>
              <a:defRPr sz="700">
                <a:latin typeface="Barlow Medium"/>
                <a:ea typeface="Barlow Medium"/>
                <a:cs typeface="Barlow Medium"/>
                <a:sym typeface="Barlow Medium"/>
              </a:defRPr>
            </a:lvl8pPr>
            <a:lvl9pPr indent="-273050" lvl="8" marL="4114800">
              <a:spcBef>
                <a:spcPts val="0"/>
              </a:spcBef>
              <a:spcAft>
                <a:spcPts val="0"/>
              </a:spcAft>
              <a:buSzPts val="700"/>
              <a:buFont typeface="Barlow Medium"/>
              <a:buChar char="■"/>
              <a:defRPr sz="700">
                <a:latin typeface="Barlow Medium"/>
                <a:ea typeface="Barlow Medium"/>
                <a:cs typeface="Barlow Medium"/>
                <a:sym typeface="Barlow Medium"/>
              </a:defRPr>
            </a:lvl9pPr>
          </a:lstStyle>
          <a:p/>
        </p:txBody>
      </p:sp>
      <p:sp>
        <p:nvSpPr>
          <p:cNvPr id="111" name="Google Shape;111;p20"/>
          <p:cNvSpPr txBox="1"/>
          <p:nvPr>
            <p:ph idx="4" type="body"/>
          </p:nvPr>
        </p:nvSpPr>
        <p:spPr>
          <a:xfrm>
            <a:off x="7044450" y="3780600"/>
            <a:ext cx="1294800" cy="223200"/>
          </a:xfrm>
          <a:prstGeom prst="rect">
            <a:avLst/>
          </a:prstGeom>
        </p:spPr>
        <p:txBody>
          <a:bodyPr anchorCtr="0" anchor="t" bIns="0" lIns="0" spcFirstLastPara="1" rIns="0" wrap="square" tIns="0">
            <a:normAutofit/>
          </a:bodyPr>
          <a:lstStyle>
            <a:lvl1pPr indent="-273050" lvl="0" marL="457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1pPr>
            <a:lvl2pPr indent="-273050" lvl="1" marL="914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2pPr>
            <a:lvl3pPr indent="-273050" lvl="2" marL="1371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3pPr>
            <a:lvl4pPr indent="-273050" lvl="3" marL="1828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4pPr>
            <a:lvl5pPr indent="-273050" lvl="4" marL="22860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5pPr>
            <a:lvl6pPr indent="-273050" lvl="5" marL="2743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6pPr>
            <a:lvl7pPr indent="-273050" lvl="6" marL="3200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7pPr>
            <a:lvl8pPr indent="-273050" lvl="7" marL="3657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8pPr>
            <a:lvl9pPr indent="-273050" lvl="8" marL="4114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9pPr>
          </a:lstStyle>
          <a:p/>
        </p:txBody>
      </p:sp>
      <p:sp>
        <p:nvSpPr>
          <p:cNvPr id="112" name="Google Shape;112;p20"/>
          <p:cNvSpPr/>
          <p:nvPr>
            <p:ph idx="5" type="pic"/>
          </p:nvPr>
        </p:nvSpPr>
        <p:spPr>
          <a:xfrm>
            <a:off x="7049625" y="1588125"/>
            <a:ext cx="1305900" cy="1918500"/>
          </a:xfrm>
          <a:prstGeom prst="roundRect">
            <a:avLst>
              <a:gd fmla="val 16667" name="adj"/>
            </a:avLst>
          </a:prstGeom>
          <a:noFill/>
          <a:ln>
            <a:noFill/>
          </a:ln>
        </p:spPr>
      </p:sp>
      <p:sp>
        <p:nvSpPr>
          <p:cNvPr id="113" name="Google Shape;113;p20"/>
          <p:cNvSpPr/>
          <p:nvPr>
            <p:ph idx="6" type="pic"/>
          </p:nvPr>
        </p:nvSpPr>
        <p:spPr>
          <a:xfrm>
            <a:off x="3915213" y="1588600"/>
            <a:ext cx="1305900" cy="1918500"/>
          </a:xfrm>
          <a:prstGeom prst="roundRect">
            <a:avLst>
              <a:gd fmla="val 16667" name="adj"/>
            </a:avLst>
          </a:prstGeom>
          <a:noFill/>
          <a:ln>
            <a:noFill/>
          </a:ln>
        </p:spPr>
      </p:sp>
      <p:sp>
        <p:nvSpPr>
          <p:cNvPr id="114" name="Google Shape;114;p20"/>
          <p:cNvSpPr/>
          <p:nvPr>
            <p:ph idx="7" type="pic"/>
          </p:nvPr>
        </p:nvSpPr>
        <p:spPr>
          <a:xfrm>
            <a:off x="5490975" y="1588600"/>
            <a:ext cx="1305900" cy="1918500"/>
          </a:xfrm>
          <a:prstGeom prst="roundRect">
            <a:avLst>
              <a:gd fmla="val 16667" name="adj"/>
            </a:avLst>
          </a:prstGeom>
          <a:noFill/>
          <a:ln>
            <a:noFill/>
          </a:ln>
        </p:spPr>
      </p:sp>
      <p:sp>
        <p:nvSpPr>
          <p:cNvPr id="115" name="Google Shape;115;p20"/>
          <p:cNvSpPr txBox="1"/>
          <p:nvPr>
            <p:ph idx="8" type="subTitle"/>
          </p:nvPr>
        </p:nvSpPr>
        <p:spPr>
          <a:xfrm>
            <a:off x="3918800" y="1034575"/>
            <a:ext cx="1307100" cy="554100"/>
          </a:xfrm>
          <a:prstGeom prst="rect">
            <a:avLst/>
          </a:prstGeom>
        </p:spPr>
        <p:txBody>
          <a:bodyPr anchorCtr="0" anchor="b" bIns="0" lIns="0" spcFirstLastPara="1" rIns="0" wrap="square" tIns="0">
            <a:normAutofit/>
          </a:bodyPr>
          <a:lstStyle>
            <a:lvl1pPr lvl="0">
              <a:spcBef>
                <a:spcPts val="0"/>
              </a:spcBef>
              <a:spcAft>
                <a:spcPts val="0"/>
              </a:spcAft>
              <a:buSzPts val="3600"/>
              <a:buFont typeface="Barlow ExtraLight"/>
              <a:buNone/>
              <a:defRPr sz="3600">
                <a:latin typeface="Barlow ExtraLight"/>
                <a:ea typeface="Barlow ExtraLight"/>
                <a:cs typeface="Barlow ExtraLight"/>
                <a:sym typeface="Barlow ExtraLight"/>
              </a:defRPr>
            </a:lvl1pPr>
            <a:lvl2pPr lvl="1" algn="r">
              <a:spcBef>
                <a:spcPts val="0"/>
              </a:spcBef>
              <a:spcAft>
                <a:spcPts val="0"/>
              </a:spcAft>
              <a:buSzPts val="2800"/>
              <a:buFont typeface="Barlow ExtraLight"/>
              <a:buNone/>
              <a:defRPr sz="2800">
                <a:latin typeface="Barlow ExtraLight"/>
                <a:ea typeface="Barlow ExtraLight"/>
                <a:cs typeface="Barlow ExtraLight"/>
                <a:sym typeface="Barlow ExtraLight"/>
              </a:defRPr>
            </a:lvl2pPr>
            <a:lvl3pPr lvl="2" algn="r">
              <a:spcBef>
                <a:spcPts val="0"/>
              </a:spcBef>
              <a:spcAft>
                <a:spcPts val="0"/>
              </a:spcAft>
              <a:buSzPts val="2800"/>
              <a:buFont typeface="Barlow ExtraLight"/>
              <a:buNone/>
              <a:defRPr sz="2800">
                <a:latin typeface="Barlow ExtraLight"/>
                <a:ea typeface="Barlow ExtraLight"/>
                <a:cs typeface="Barlow ExtraLight"/>
                <a:sym typeface="Barlow ExtraLight"/>
              </a:defRPr>
            </a:lvl3pPr>
            <a:lvl4pPr lvl="3" algn="r">
              <a:spcBef>
                <a:spcPts val="0"/>
              </a:spcBef>
              <a:spcAft>
                <a:spcPts val="0"/>
              </a:spcAft>
              <a:buSzPts val="2800"/>
              <a:buFont typeface="Barlow ExtraLight"/>
              <a:buNone/>
              <a:defRPr sz="2800">
                <a:latin typeface="Barlow ExtraLight"/>
                <a:ea typeface="Barlow ExtraLight"/>
                <a:cs typeface="Barlow ExtraLight"/>
                <a:sym typeface="Barlow ExtraLight"/>
              </a:defRPr>
            </a:lvl4pPr>
            <a:lvl5pPr lvl="4" algn="r">
              <a:spcBef>
                <a:spcPts val="0"/>
              </a:spcBef>
              <a:spcAft>
                <a:spcPts val="0"/>
              </a:spcAft>
              <a:buSzPts val="2800"/>
              <a:buFont typeface="Barlow ExtraLight"/>
              <a:buNone/>
              <a:defRPr sz="2800">
                <a:latin typeface="Barlow ExtraLight"/>
                <a:ea typeface="Barlow ExtraLight"/>
                <a:cs typeface="Barlow ExtraLight"/>
                <a:sym typeface="Barlow ExtraLight"/>
              </a:defRPr>
            </a:lvl5pPr>
            <a:lvl6pPr lvl="5" algn="r">
              <a:spcBef>
                <a:spcPts val="0"/>
              </a:spcBef>
              <a:spcAft>
                <a:spcPts val="0"/>
              </a:spcAft>
              <a:buSzPts val="2800"/>
              <a:buFont typeface="Barlow ExtraLight"/>
              <a:buNone/>
              <a:defRPr sz="2800">
                <a:latin typeface="Barlow ExtraLight"/>
                <a:ea typeface="Barlow ExtraLight"/>
                <a:cs typeface="Barlow ExtraLight"/>
                <a:sym typeface="Barlow ExtraLight"/>
              </a:defRPr>
            </a:lvl6pPr>
            <a:lvl7pPr lvl="6" algn="r">
              <a:spcBef>
                <a:spcPts val="0"/>
              </a:spcBef>
              <a:spcAft>
                <a:spcPts val="0"/>
              </a:spcAft>
              <a:buSzPts val="2800"/>
              <a:buFont typeface="Barlow ExtraLight"/>
              <a:buNone/>
              <a:defRPr sz="2800">
                <a:latin typeface="Barlow ExtraLight"/>
                <a:ea typeface="Barlow ExtraLight"/>
                <a:cs typeface="Barlow ExtraLight"/>
                <a:sym typeface="Barlow ExtraLight"/>
              </a:defRPr>
            </a:lvl7pPr>
            <a:lvl8pPr lvl="7" algn="r">
              <a:spcBef>
                <a:spcPts val="0"/>
              </a:spcBef>
              <a:spcAft>
                <a:spcPts val="0"/>
              </a:spcAft>
              <a:buSzPts val="2800"/>
              <a:buFont typeface="Barlow ExtraLight"/>
              <a:buNone/>
              <a:defRPr sz="2800">
                <a:latin typeface="Barlow ExtraLight"/>
                <a:ea typeface="Barlow ExtraLight"/>
                <a:cs typeface="Barlow ExtraLight"/>
                <a:sym typeface="Barlow ExtraLight"/>
              </a:defRPr>
            </a:lvl8pPr>
            <a:lvl9pPr lvl="8" algn="r">
              <a:spcBef>
                <a:spcPts val="0"/>
              </a:spcBef>
              <a:spcAft>
                <a:spcPts val="0"/>
              </a:spcAft>
              <a:buSzPts val="2800"/>
              <a:buFont typeface="Barlow ExtraLight"/>
              <a:buNone/>
              <a:defRPr sz="2800">
                <a:latin typeface="Barlow ExtraLight"/>
                <a:ea typeface="Barlow ExtraLight"/>
                <a:cs typeface="Barlow ExtraLight"/>
                <a:sym typeface="Barlow ExtraLight"/>
              </a:defRPr>
            </a:lvl9pPr>
          </a:lstStyle>
          <a:p/>
        </p:txBody>
      </p:sp>
      <p:sp>
        <p:nvSpPr>
          <p:cNvPr id="116" name="Google Shape;116;p20"/>
          <p:cNvSpPr txBox="1"/>
          <p:nvPr>
            <p:ph idx="9" type="subTitle"/>
          </p:nvPr>
        </p:nvSpPr>
        <p:spPr>
          <a:xfrm>
            <a:off x="5484775" y="1034575"/>
            <a:ext cx="1307100" cy="554100"/>
          </a:xfrm>
          <a:prstGeom prst="rect">
            <a:avLst/>
          </a:prstGeom>
        </p:spPr>
        <p:txBody>
          <a:bodyPr anchorCtr="0" anchor="b" bIns="0" lIns="0" spcFirstLastPara="1" rIns="0" wrap="square" tIns="0">
            <a:normAutofit/>
          </a:bodyPr>
          <a:lstStyle>
            <a:lvl1pPr lvl="0">
              <a:spcBef>
                <a:spcPts val="0"/>
              </a:spcBef>
              <a:spcAft>
                <a:spcPts val="0"/>
              </a:spcAft>
              <a:buSzPts val="3600"/>
              <a:buFont typeface="Barlow ExtraLight"/>
              <a:buNone/>
              <a:defRPr sz="3600">
                <a:latin typeface="Barlow ExtraLight"/>
                <a:ea typeface="Barlow ExtraLight"/>
                <a:cs typeface="Barlow ExtraLight"/>
                <a:sym typeface="Barlow ExtraLight"/>
              </a:defRPr>
            </a:lvl1pPr>
            <a:lvl2pPr lvl="1" algn="r">
              <a:spcBef>
                <a:spcPts val="0"/>
              </a:spcBef>
              <a:spcAft>
                <a:spcPts val="0"/>
              </a:spcAft>
              <a:buSzPts val="2800"/>
              <a:buFont typeface="Barlow ExtraLight"/>
              <a:buNone/>
              <a:defRPr sz="2800">
                <a:latin typeface="Barlow ExtraLight"/>
                <a:ea typeface="Barlow ExtraLight"/>
                <a:cs typeface="Barlow ExtraLight"/>
                <a:sym typeface="Barlow ExtraLight"/>
              </a:defRPr>
            </a:lvl2pPr>
            <a:lvl3pPr lvl="2" algn="r">
              <a:spcBef>
                <a:spcPts val="0"/>
              </a:spcBef>
              <a:spcAft>
                <a:spcPts val="0"/>
              </a:spcAft>
              <a:buSzPts val="2800"/>
              <a:buFont typeface="Barlow ExtraLight"/>
              <a:buNone/>
              <a:defRPr sz="2800">
                <a:latin typeface="Barlow ExtraLight"/>
                <a:ea typeface="Barlow ExtraLight"/>
                <a:cs typeface="Barlow ExtraLight"/>
                <a:sym typeface="Barlow ExtraLight"/>
              </a:defRPr>
            </a:lvl3pPr>
            <a:lvl4pPr lvl="3" algn="r">
              <a:spcBef>
                <a:spcPts val="0"/>
              </a:spcBef>
              <a:spcAft>
                <a:spcPts val="0"/>
              </a:spcAft>
              <a:buSzPts val="2800"/>
              <a:buFont typeface="Barlow ExtraLight"/>
              <a:buNone/>
              <a:defRPr sz="2800">
                <a:latin typeface="Barlow ExtraLight"/>
                <a:ea typeface="Barlow ExtraLight"/>
                <a:cs typeface="Barlow ExtraLight"/>
                <a:sym typeface="Barlow ExtraLight"/>
              </a:defRPr>
            </a:lvl4pPr>
            <a:lvl5pPr lvl="4" algn="r">
              <a:spcBef>
                <a:spcPts val="0"/>
              </a:spcBef>
              <a:spcAft>
                <a:spcPts val="0"/>
              </a:spcAft>
              <a:buSzPts val="2800"/>
              <a:buFont typeface="Barlow ExtraLight"/>
              <a:buNone/>
              <a:defRPr sz="2800">
                <a:latin typeface="Barlow ExtraLight"/>
                <a:ea typeface="Barlow ExtraLight"/>
                <a:cs typeface="Barlow ExtraLight"/>
                <a:sym typeface="Barlow ExtraLight"/>
              </a:defRPr>
            </a:lvl5pPr>
            <a:lvl6pPr lvl="5" algn="r">
              <a:spcBef>
                <a:spcPts val="0"/>
              </a:spcBef>
              <a:spcAft>
                <a:spcPts val="0"/>
              </a:spcAft>
              <a:buSzPts val="2800"/>
              <a:buFont typeface="Barlow ExtraLight"/>
              <a:buNone/>
              <a:defRPr sz="2800">
                <a:latin typeface="Barlow ExtraLight"/>
                <a:ea typeface="Barlow ExtraLight"/>
                <a:cs typeface="Barlow ExtraLight"/>
                <a:sym typeface="Barlow ExtraLight"/>
              </a:defRPr>
            </a:lvl6pPr>
            <a:lvl7pPr lvl="6" algn="r">
              <a:spcBef>
                <a:spcPts val="0"/>
              </a:spcBef>
              <a:spcAft>
                <a:spcPts val="0"/>
              </a:spcAft>
              <a:buSzPts val="2800"/>
              <a:buFont typeface="Barlow ExtraLight"/>
              <a:buNone/>
              <a:defRPr sz="2800">
                <a:latin typeface="Barlow ExtraLight"/>
                <a:ea typeface="Barlow ExtraLight"/>
                <a:cs typeface="Barlow ExtraLight"/>
                <a:sym typeface="Barlow ExtraLight"/>
              </a:defRPr>
            </a:lvl7pPr>
            <a:lvl8pPr lvl="7" algn="r">
              <a:spcBef>
                <a:spcPts val="0"/>
              </a:spcBef>
              <a:spcAft>
                <a:spcPts val="0"/>
              </a:spcAft>
              <a:buSzPts val="2800"/>
              <a:buFont typeface="Barlow ExtraLight"/>
              <a:buNone/>
              <a:defRPr sz="2800">
                <a:latin typeface="Barlow ExtraLight"/>
                <a:ea typeface="Barlow ExtraLight"/>
                <a:cs typeface="Barlow ExtraLight"/>
                <a:sym typeface="Barlow ExtraLight"/>
              </a:defRPr>
            </a:lvl8pPr>
            <a:lvl9pPr lvl="8" algn="r">
              <a:spcBef>
                <a:spcPts val="0"/>
              </a:spcBef>
              <a:spcAft>
                <a:spcPts val="0"/>
              </a:spcAft>
              <a:buSzPts val="2800"/>
              <a:buFont typeface="Barlow ExtraLight"/>
              <a:buNone/>
              <a:defRPr sz="2800">
                <a:latin typeface="Barlow ExtraLight"/>
                <a:ea typeface="Barlow ExtraLight"/>
                <a:cs typeface="Barlow ExtraLight"/>
                <a:sym typeface="Barlow ExtraLight"/>
              </a:defRPr>
            </a:lvl9pPr>
          </a:lstStyle>
          <a:p/>
        </p:txBody>
      </p:sp>
      <p:sp>
        <p:nvSpPr>
          <p:cNvPr id="117" name="Google Shape;117;p20"/>
          <p:cNvSpPr txBox="1"/>
          <p:nvPr>
            <p:ph idx="13" type="subTitle"/>
          </p:nvPr>
        </p:nvSpPr>
        <p:spPr>
          <a:xfrm>
            <a:off x="7050750" y="1032775"/>
            <a:ext cx="1307100" cy="554100"/>
          </a:xfrm>
          <a:prstGeom prst="rect">
            <a:avLst/>
          </a:prstGeom>
        </p:spPr>
        <p:txBody>
          <a:bodyPr anchorCtr="0" anchor="b" bIns="0" lIns="0" spcFirstLastPara="1" rIns="0" wrap="square" tIns="0">
            <a:normAutofit/>
          </a:bodyPr>
          <a:lstStyle>
            <a:lvl1pPr lvl="0">
              <a:spcBef>
                <a:spcPts val="0"/>
              </a:spcBef>
              <a:spcAft>
                <a:spcPts val="0"/>
              </a:spcAft>
              <a:buSzPts val="3600"/>
              <a:buFont typeface="Barlow ExtraLight"/>
              <a:buNone/>
              <a:defRPr sz="3600">
                <a:latin typeface="Barlow ExtraLight"/>
                <a:ea typeface="Barlow ExtraLight"/>
                <a:cs typeface="Barlow ExtraLight"/>
                <a:sym typeface="Barlow ExtraLight"/>
              </a:defRPr>
            </a:lvl1pPr>
            <a:lvl2pPr lvl="1" algn="r">
              <a:spcBef>
                <a:spcPts val="0"/>
              </a:spcBef>
              <a:spcAft>
                <a:spcPts val="0"/>
              </a:spcAft>
              <a:buSzPts val="2800"/>
              <a:buFont typeface="Barlow ExtraLight"/>
              <a:buNone/>
              <a:defRPr sz="2800">
                <a:latin typeface="Barlow ExtraLight"/>
                <a:ea typeface="Barlow ExtraLight"/>
                <a:cs typeface="Barlow ExtraLight"/>
                <a:sym typeface="Barlow ExtraLight"/>
              </a:defRPr>
            </a:lvl2pPr>
            <a:lvl3pPr lvl="2" algn="r">
              <a:spcBef>
                <a:spcPts val="0"/>
              </a:spcBef>
              <a:spcAft>
                <a:spcPts val="0"/>
              </a:spcAft>
              <a:buSzPts val="2800"/>
              <a:buFont typeface="Barlow ExtraLight"/>
              <a:buNone/>
              <a:defRPr sz="2800">
                <a:latin typeface="Barlow ExtraLight"/>
                <a:ea typeface="Barlow ExtraLight"/>
                <a:cs typeface="Barlow ExtraLight"/>
                <a:sym typeface="Barlow ExtraLight"/>
              </a:defRPr>
            </a:lvl3pPr>
            <a:lvl4pPr lvl="3" algn="r">
              <a:spcBef>
                <a:spcPts val="0"/>
              </a:spcBef>
              <a:spcAft>
                <a:spcPts val="0"/>
              </a:spcAft>
              <a:buSzPts val="2800"/>
              <a:buFont typeface="Barlow ExtraLight"/>
              <a:buNone/>
              <a:defRPr sz="2800">
                <a:latin typeface="Barlow ExtraLight"/>
                <a:ea typeface="Barlow ExtraLight"/>
                <a:cs typeface="Barlow ExtraLight"/>
                <a:sym typeface="Barlow ExtraLight"/>
              </a:defRPr>
            </a:lvl4pPr>
            <a:lvl5pPr lvl="4" algn="r">
              <a:spcBef>
                <a:spcPts val="0"/>
              </a:spcBef>
              <a:spcAft>
                <a:spcPts val="0"/>
              </a:spcAft>
              <a:buSzPts val="2800"/>
              <a:buFont typeface="Barlow ExtraLight"/>
              <a:buNone/>
              <a:defRPr sz="2800">
                <a:latin typeface="Barlow ExtraLight"/>
                <a:ea typeface="Barlow ExtraLight"/>
                <a:cs typeface="Barlow ExtraLight"/>
                <a:sym typeface="Barlow ExtraLight"/>
              </a:defRPr>
            </a:lvl5pPr>
            <a:lvl6pPr lvl="5" algn="r">
              <a:spcBef>
                <a:spcPts val="0"/>
              </a:spcBef>
              <a:spcAft>
                <a:spcPts val="0"/>
              </a:spcAft>
              <a:buSzPts val="2800"/>
              <a:buFont typeface="Barlow ExtraLight"/>
              <a:buNone/>
              <a:defRPr sz="2800">
                <a:latin typeface="Barlow ExtraLight"/>
                <a:ea typeface="Barlow ExtraLight"/>
                <a:cs typeface="Barlow ExtraLight"/>
                <a:sym typeface="Barlow ExtraLight"/>
              </a:defRPr>
            </a:lvl6pPr>
            <a:lvl7pPr lvl="6" algn="r">
              <a:spcBef>
                <a:spcPts val="0"/>
              </a:spcBef>
              <a:spcAft>
                <a:spcPts val="0"/>
              </a:spcAft>
              <a:buSzPts val="2800"/>
              <a:buFont typeface="Barlow ExtraLight"/>
              <a:buNone/>
              <a:defRPr sz="2800">
                <a:latin typeface="Barlow ExtraLight"/>
                <a:ea typeface="Barlow ExtraLight"/>
                <a:cs typeface="Barlow ExtraLight"/>
                <a:sym typeface="Barlow ExtraLight"/>
              </a:defRPr>
            </a:lvl7pPr>
            <a:lvl8pPr lvl="7" algn="r">
              <a:spcBef>
                <a:spcPts val="0"/>
              </a:spcBef>
              <a:spcAft>
                <a:spcPts val="0"/>
              </a:spcAft>
              <a:buSzPts val="2800"/>
              <a:buFont typeface="Barlow ExtraLight"/>
              <a:buNone/>
              <a:defRPr sz="2800">
                <a:latin typeface="Barlow ExtraLight"/>
                <a:ea typeface="Barlow ExtraLight"/>
                <a:cs typeface="Barlow ExtraLight"/>
                <a:sym typeface="Barlow ExtraLight"/>
              </a:defRPr>
            </a:lvl8pPr>
            <a:lvl9pPr lvl="8" algn="r">
              <a:spcBef>
                <a:spcPts val="0"/>
              </a:spcBef>
              <a:spcAft>
                <a:spcPts val="0"/>
              </a:spcAft>
              <a:buSzPts val="2800"/>
              <a:buFont typeface="Barlow ExtraLight"/>
              <a:buNone/>
              <a:defRPr sz="2800">
                <a:latin typeface="Barlow ExtraLight"/>
                <a:ea typeface="Barlow ExtraLight"/>
                <a:cs typeface="Barlow ExtraLight"/>
                <a:sym typeface="Barlow ExtraLight"/>
              </a:defRPr>
            </a:lvl9pPr>
          </a:lstStyle>
          <a:p/>
        </p:txBody>
      </p:sp>
      <p:sp>
        <p:nvSpPr>
          <p:cNvPr id="118" name="Google Shape;118;p20"/>
          <p:cNvSpPr txBox="1"/>
          <p:nvPr>
            <p:ph idx="14" type="body"/>
          </p:nvPr>
        </p:nvSpPr>
        <p:spPr>
          <a:xfrm>
            <a:off x="507400" y="1828050"/>
            <a:ext cx="2136300" cy="2973300"/>
          </a:xfrm>
          <a:prstGeom prst="rect">
            <a:avLst/>
          </a:prstGeom>
        </p:spPr>
        <p:txBody>
          <a:bodyPr anchorCtr="0" anchor="t" bIns="91425" lIns="91425" spcFirstLastPara="1" rIns="91425" wrap="square" tIns="91425">
            <a:normAutofit/>
          </a:bodyPr>
          <a:lstStyle>
            <a:lvl1pPr indent="-406400" lvl="0" marL="457200">
              <a:spcBef>
                <a:spcPts val="0"/>
              </a:spcBef>
              <a:spcAft>
                <a:spcPts val="0"/>
              </a:spcAft>
              <a:buClr>
                <a:srgbClr val="000000"/>
              </a:buClr>
              <a:buSzPts val="2800"/>
              <a:buChar char="●"/>
              <a:defRPr sz="2800">
                <a:solidFill>
                  <a:srgbClr val="000000"/>
                </a:solidFill>
              </a:defRPr>
            </a:lvl1pPr>
            <a:lvl2pPr indent="-406400" lvl="1" marL="914400">
              <a:spcBef>
                <a:spcPts val="0"/>
              </a:spcBef>
              <a:spcAft>
                <a:spcPts val="0"/>
              </a:spcAft>
              <a:buClr>
                <a:srgbClr val="000000"/>
              </a:buClr>
              <a:buSzPts val="2800"/>
              <a:buChar char="○"/>
              <a:defRPr sz="2800">
                <a:solidFill>
                  <a:srgbClr val="000000"/>
                </a:solidFill>
              </a:defRPr>
            </a:lvl2pPr>
            <a:lvl3pPr indent="-406400" lvl="2" marL="1371600">
              <a:spcBef>
                <a:spcPts val="0"/>
              </a:spcBef>
              <a:spcAft>
                <a:spcPts val="0"/>
              </a:spcAft>
              <a:buClr>
                <a:srgbClr val="000000"/>
              </a:buClr>
              <a:buSzPts val="2800"/>
              <a:buChar char="■"/>
              <a:defRPr sz="2800">
                <a:solidFill>
                  <a:srgbClr val="000000"/>
                </a:solidFill>
              </a:defRPr>
            </a:lvl3pPr>
            <a:lvl4pPr indent="-406400" lvl="3" marL="1828800">
              <a:spcBef>
                <a:spcPts val="0"/>
              </a:spcBef>
              <a:spcAft>
                <a:spcPts val="0"/>
              </a:spcAft>
              <a:buClr>
                <a:srgbClr val="000000"/>
              </a:buClr>
              <a:buSzPts val="2800"/>
              <a:buChar char="●"/>
              <a:defRPr sz="2800">
                <a:solidFill>
                  <a:srgbClr val="000000"/>
                </a:solidFill>
              </a:defRPr>
            </a:lvl4pPr>
            <a:lvl5pPr indent="-406400" lvl="4" marL="2286000">
              <a:spcBef>
                <a:spcPts val="0"/>
              </a:spcBef>
              <a:spcAft>
                <a:spcPts val="0"/>
              </a:spcAft>
              <a:buClr>
                <a:srgbClr val="000000"/>
              </a:buClr>
              <a:buSzPts val="2800"/>
              <a:buChar char="○"/>
              <a:defRPr sz="2800">
                <a:solidFill>
                  <a:srgbClr val="000000"/>
                </a:solidFill>
              </a:defRPr>
            </a:lvl5pPr>
            <a:lvl6pPr indent="-406400" lvl="5" marL="2743200">
              <a:spcBef>
                <a:spcPts val="0"/>
              </a:spcBef>
              <a:spcAft>
                <a:spcPts val="0"/>
              </a:spcAft>
              <a:buClr>
                <a:srgbClr val="000000"/>
              </a:buClr>
              <a:buSzPts val="2800"/>
              <a:buChar char="■"/>
              <a:defRPr sz="2800">
                <a:solidFill>
                  <a:srgbClr val="000000"/>
                </a:solidFill>
              </a:defRPr>
            </a:lvl6pPr>
            <a:lvl7pPr indent="-406400" lvl="6" marL="3200400">
              <a:spcBef>
                <a:spcPts val="0"/>
              </a:spcBef>
              <a:spcAft>
                <a:spcPts val="0"/>
              </a:spcAft>
              <a:buClr>
                <a:srgbClr val="000000"/>
              </a:buClr>
              <a:buSzPts val="2800"/>
              <a:buChar char="●"/>
              <a:defRPr sz="2800">
                <a:solidFill>
                  <a:srgbClr val="000000"/>
                </a:solidFill>
              </a:defRPr>
            </a:lvl7pPr>
            <a:lvl8pPr indent="-406400" lvl="7" marL="3657600">
              <a:spcBef>
                <a:spcPts val="0"/>
              </a:spcBef>
              <a:spcAft>
                <a:spcPts val="0"/>
              </a:spcAft>
              <a:buClr>
                <a:srgbClr val="000000"/>
              </a:buClr>
              <a:buSzPts val="2800"/>
              <a:buChar char="○"/>
              <a:defRPr sz="2800">
                <a:solidFill>
                  <a:srgbClr val="000000"/>
                </a:solidFill>
              </a:defRPr>
            </a:lvl8pPr>
            <a:lvl9pPr indent="-406400" lvl="8" marL="4114800">
              <a:spcBef>
                <a:spcPts val="0"/>
              </a:spcBef>
              <a:spcAft>
                <a:spcPts val="0"/>
              </a:spcAft>
              <a:buClr>
                <a:srgbClr val="000000"/>
              </a:buClr>
              <a:buSzPts val="2800"/>
              <a:buChar char="■"/>
              <a:defRPr sz="2800">
                <a:solidFill>
                  <a:srgbClr val="000000"/>
                </a:solidFill>
              </a:defRPr>
            </a:lvl9pPr>
          </a:lstStyle>
          <a:p/>
        </p:txBody>
      </p:sp>
      <p:sp>
        <p:nvSpPr>
          <p:cNvPr id="119" name="Google Shape;119;p20"/>
          <p:cNvSpPr txBox="1"/>
          <p:nvPr>
            <p:ph idx="15" type="body"/>
          </p:nvPr>
        </p:nvSpPr>
        <p:spPr>
          <a:xfrm>
            <a:off x="5481425" y="3680775"/>
            <a:ext cx="1294800" cy="100200"/>
          </a:xfrm>
          <a:prstGeom prst="rect">
            <a:avLst/>
          </a:prstGeom>
        </p:spPr>
        <p:txBody>
          <a:bodyPr anchorCtr="0" anchor="t" bIns="0" lIns="0" spcFirstLastPara="1" rIns="0" wrap="square" tIns="0">
            <a:normAutofit/>
          </a:bodyPr>
          <a:lstStyle>
            <a:lvl1pPr indent="-273050" lvl="0" marL="457200">
              <a:spcBef>
                <a:spcPts val="0"/>
              </a:spcBef>
              <a:spcAft>
                <a:spcPts val="0"/>
              </a:spcAft>
              <a:buSzPts val="700"/>
              <a:buFont typeface="Barlow Medium"/>
              <a:buChar char="●"/>
              <a:defRPr sz="700">
                <a:latin typeface="Barlow Medium"/>
                <a:ea typeface="Barlow Medium"/>
                <a:cs typeface="Barlow Medium"/>
                <a:sym typeface="Barlow Medium"/>
              </a:defRPr>
            </a:lvl1pPr>
            <a:lvl2pPr indent="-273050" lvl="1" marL="914400">
              <a:spcBef>
                <a:spcPts val="0"/>
              </a:spcBef>
              <a:spcAft>
                <a:spcPts val="0"/>
              </a:spcAft>
              <a:buSzPts val="700"/>
              <a:buFont typeface="Barlow Medium"/>
              <a:buChar char="○"/>
              <a:defRPr sz="700">
                <a:latin typeface="Barlow Medium"/>
                <a:ea typeface="Barlow Medium"/>
                <a:cs typeface="Barlow Medium"/>
                <a:sym typeface="Barlow Medium"/>
              </a:defRPr>
            </a:lvl2pPr>
            <a:lvl3pPr indent="-273050" lvl="2" marL="1371600">
              <a:spcBef>
                <a:spcPts val="0"/>
              </a:spcBef>
              <a:spcAft>
                <a:spcPts val="0"/>
              </a:spcAft>
              <a:buSzPts val="700"/>
              <a:buFont typeface="Barlow Medium"/>
              <a:buChar char="■"/>
              <a:defRPr sz="700">
                <a:latin typeface="Barlow Medium"/>
                <a:ea typeface="Barlow Medium"/>
                <a:cs typeface="Barlow Medium"/>
                <a:sym typeface="Barlow Medium"/>
              </a:defRPr>
            </a:lvl3pPr>
            <a:lvl4pPr indent="-273050" lvl="3" marL="1828800">
              <a:spcBef>
                <a:spcPts val="0"/>
              </a:spcBef>
              <a:spcAft>
                <a:spcPts val="0"/>
              </a:spcAft>
              <a:buSzPts val="700"/>
              <a:buFont typeface="Barlow Medium"/>
              <a:buChar char="●"/>
              <a:defRPr sz="700">
                <a:latin typeface="Barlow Medium"/>
                <a:ea typeface="Barlow Medium"/>
                <a:cs typeface="Barlow Medium"/>
                <a:sym typeface="Barlow Medium"/>
              </a:defRPr>
            </a:lvl4pPr>
            <a:lvl5pPr indent="-273050" lvl="4" marL="2286000">
              <a:spcBef>
                <a:spcPts val="0"/>
              </a:spcBef>
              <a:spcAft>
                <a:spcPts val="0"/>
              </a:spcAft>
              <a:buSzPts val="700"/>
              <a:buFont typeface="Barlow Medium"/>
              <a:buChar char="○"/>
              <a:defRPr sz="700">
                <a:latin typeface="Barlow Medium"/>
                <a:ea typeface="Barlow Medium"/>
                <a:cs typeface="Barlow Medium"/>
                <a:sym typeface="Barlow Medium"/>
              </a:defRPr>
            </a:lvl5pPr>
            <a:lvl6pPr indent="-273050" lvl="5" marL="2743200">
              <a:spcBef>
                <a:spcPts val="0"/>
              </a:spcBef>
              <a:spcAft>
                <a:spcPts val="0"/>
              </a:spcAft>
              <a:buSzPts val="700"/>
              <a:buFont typeface="Barlow Medium"/>
              <a:buChar char="■"/>
              <a:defRPr sz="700">
                <a:latin typeface="Barlow Medium"/>
                <a:ea typeface="Barlow Medium"/>
                <a:cs typeface="Barlow Medium"/>
                <a:sym typeface="Barlow Medium"/>
              </a:defRPr>
            </a:lvl6pPr>
            <a:lvl7pPr indent="-273050" lvl="6" marL="3200400">
              <a:spcBef>
                <a:spcPts val="0"/>
              </a:spcBef>
              <a:spcAft>
                <a:spcPts val="0"/>
              </a:spcAft>
              <a:buSzPts val="700"/>
              <a:buFont typeface="Barlow Medium"/>
              <a:buChar char="●"/>
              <a:defRPr sz="700">
                <a:latin typeface="Barlow Medium"/>
                <a:ea typeface="Barlow Medium"/>
                <a:cs typeface="Barlow Medium"/>
                <a:sym typeface="Barlow Medium"/>
              </a:defRPr>
            </a:lvl7pPr>
            <a:lvl8pPr indent="-273050" lvl="7" marL="3657600">
              <a:spcBef>
                <a:spcPts val="0"/>
              </a:spcBef>
              <a:spcAft>
                <a:spcPts val="0"/>
              </a:spcAft>
              <a:buSzPts val="700"/>
              <a:buFont typeface="Barlow Medium"/>
              <a:buChar char="○"/>
              <a:defRPr sz="700">
                <a:latin typeface="Barlow Medium"/>
                <a:ea typeface="Barlow Medium"/>
                <a:cs typeface="Barlow Medium"/>
                <a:sym typeface="Barlow Medium"/>
              </a:defRPr>
            </a:lvl8pPr>
            <a:lvl9pPr indent="-273050" lvl="8" marL="4114800">
              <a:spcBef>
                <a:spcPts val="0"/>
              </a:spcBef>
              <a:spcAft>
                <a:spcPts val="0"/>
              </a:spcAft>
              <a:buSzPts val="700"/>
              <a:buFont typeface="Barlow Medium"/>
              <a:buChar char="■"/>
              <a:defRPr sz="700">
                <a:latin typeface="Barlow Medium"/>
                <a:ea typeface="Barlow Medium"/>
                <a:cs typeface="Barlow Medium"/>
                <a:sym typeface="Barlow Medium"/>
              </a:defRPr>
            </a:lvl9pPr>
          </a:lstStyle>
          <a:p/>
        </p:txBody>
      </p:sp>
      <p:sp>
        <p:nvSpPr>
          <p:cNvPr id="120" name="Google Shape;120;p20"/>
          <p:cNvSpPr txBox="1"/>
          <p:nvPr>
            <p:ph idx="16" type="body"/>
          </p:nvPr>
        </p:nvSpPr>
        <p:spPr>
          <a:xfrm>
            <a:off x="5481425" y="3780825"/>
            <a:ext cx="1294800" cy="223200"/>
          </a:xfrm>
          <a:prstGeom prst="rect">
            <a:avLst/>
          </a:prstGeom>
        </p:spPr>
        <p:txBody>
          <a:bodyPr anchorCtr="0" anchor="t" bIns="0" lIns="0" spcFirstLastPara="1" rIns="0" wrap="square" tIns="0">
            <a:normAutofit/>
          </a:bodyPr>
          <a:lstStyle>
            <a:lvl1pPr indent="-273050" lvl="0" marL="457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1pPr>
            <a:lvl2pPr indent="-273050" lvl="1" marL="914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2pPr>
            <a:lvl3pPr indent="-273050" lvl="2" marL="1371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3pPr>
            <a:lvl4pPr indent="-273050" lvl="3" marL="1828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4pPr>
            <a:lvl5pPr indent="-273050" lvl="4" marL="22860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5pPr>
            <a:lvl6pPr indent="-273050" lvl="5" marL="27432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6pPr>
            <a:lvl7pPr indent="-273050" lvl="6" marL="32004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7pPr>
            <a:lvl8pPr indent="-273050" lvl="7" marL="36576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8pPr>
            <a:lvl9pPr indent="-273050" lvl="8" marL="4114800">
              <a:spcBef>
                <a:spcPts val="0"/>
              </a:spcBef>
              <a:spcAft>
                <a:spcPts val="0"/>
              </a:spcAft>
              <a:buClr>
                <a:srgbClr val="FFFFFF"/>
              </a:buClr>
              <a:buSzPts val="700"/>
              <a:buFont typeface="Barlow Medium"/>
              <a:buChar char="■"/>
              <a:defRPr sz="700">
                <a:solidFill>
                  <a:srgbClr val="FFFFFF"/>
                </a:solidFill>
                <a:latin typeface="Barlow Medium"/>
                <a:ea typeface="Barlow Medium"/>
                <a:cs typeface="Barlow Medium"/>
                <a:sym typeface="Barlow Medium"/>
              </a:defRPr>
            </a:lvl9pPr>
          </a:lstStyle>
          <a:p/>
        </p:txBody>
      </p:sp>
      <p:sp>
        <p:nvSpPr>
          <p:cNvPr id="121" name="Google Shape;121;p20"/>
          <p:cNvSpPr txBox="1"/>
          <p:nvPr>
            <p:ph idx="12" type="sldNum"/>
          </p:nvPr>
        </p:nvSpPr>
        <p:spPr>
          <a:xfrm>
            <a:off x="8490529" y="250829"/>
            <a:ext cx="348900" cy="178200"/>
          </a:xfrm>
          <a:prstGeom prst="rect">
            <a:avLst/>
          </a:prstGeom>
        </p:spPr>
        <p:txBody>
          <a:bodyPr anchorCtr="0" anchor="ctr" bIns="91425" lIns="91425" spcFirstLastPara="1" rIns="91425" wrap="square" tIns="91425">
            <a:normAutofit fontScale="25000" lnSpcReduction="20000"/>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122" name="Shape 122"/>
        <p:cNvGrpSpPr/>
        <p:nvPr/>
      </p:nvGrpSpPr>
      <p:grpSpPr>
        <a:xfrm>
          <a:off x="0" y="0"/>
          <a:ext cx="0" cy="0"/>
          <a:chOff x="0" y="0"/>
          <a:chExt cx="0" cy="0"/>
        </a:xfrm>
      </p:grpSpPr>
      <p:sp>
        <p:nvSpPr>
          <p:cNvPr id="123" name="Google Shape;123;p21"/>
          <p:cNvSpPr txBox="1"/>
          <p:nvPr>
            <p:ph idx="1" type="body"/>
          </p:nvPr>
        </p:nvSpPr>
        <p:spPr>
          <a:xfrm>
            <a:off x="3133000" y="514275"/>
            <a:ext cx="3890700" cy="505200"/>
          </a:xfrm>
          <a:prstGeom prst="rect">
            <a:avLst/>
          </a:prstGeom>
        </p:spPr>
        <p:txBody>
          <a:bodyPr anchorCtr="0" anchor="t" bIns="0" lIns="0" spcFirstLastPara="1" rIns="0" wrap="square" tIns="0">
            <a:norm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317500" lvl="4" marL="22860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24" name="Google Shape;124;p21"/>
          <p:cNvSpPr txBox="1"/>
          <p:nvPr>
            <p:ph idx="2" type="body"/>
          </p:nvPr>
        </p:nvSpPr>
        <p:spPr>
          <a:xfrm>
            <a:off x="657679" y="436194"/>
            <a:ext cx="2278800" cy="1985100"/>
          </a:xfrm>
          <a:prstGeom prst="rect">
            <a:avLst/>
          </a:prstGeom>
        </p:spPr>
        <p:txBody>
          <a:bodyPr anchorCtr="0" anchor="t" bIns="91425" lIns="91425" spcFirstLastPara="1" rIns="91425" wrap="square" tIns="91425">
            <a:norm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125" name="Google Shape;125;p21"/>
          <p:cNvSpPr txBox="1"/>
          <p:nvPr>
            <p:ph idx="12" type="sldNum"/>
          </p:nvPr>
        </p:nvSpPr>
        <p:spPr>
          <a:xfrm>
            <a:off x="8490529" y="250829"/>
            <a:ext cx="348900" cy="178200"/>
          </a:xfrm>
          <a:prstGeom prst="rect">
            <a:avLst/>
          </a:prstGeom>
        </p:spPr>
        <p:txBody>
          <a:bodyPr anchorCtr="0" anchor="ctr" bIns="91425" lIns="91425" spcFirstLastPara="1" rIns="91425" wrap="square" tIns="91425">
            <a:normAutofit fontScale="25000" lnSpcReduction="20000"/>
          </a:bodyPr>
          <a:lstStyle>
            <a:lvl1pPr lvl="0">
              <a:buNone/>
              <a:defRPr sz="1100">
                <a:solidFill>
                  <a:schemeClr val="accent2"/>
                </a:solidFill>
              </a:defRPr>
            </a:lvl1pPr>
            <a:lvl2pPr lvl="1">
              <a:buNone/>
              <a:defRPr sz="1100">
                <a:solidFill>
                  <a:schemeClr val="accent2"/>
                </a:solidFill>
              </a:defRPr>
            </a:lvl2pPr>
            <a:lvl3pPr lvl="2">
              <a:buNone/>
              <a:defRPr sz="1100">
                <a:solidFill>
                  <a:schemeClr val="accent2"/>
                </a:solidFill>
              </a:defRPr>
            </a:lvl3pPr>
            <a:lvl4pPr lvl="3">
              <a:buNone/>
              <a:defRPr sz="1100">
                <a:solidFill>
                  <a:schemeClr val="accent2"/>
                </a:solidFill>
              </a:defRPr>
            </a:lvl4pPr>
            <a:lvl5pPr lvl="4">
              <a:buNone/>
              <a:defRPr sz="1100">
                <a:solidFill>
                  <a:schemeClr val="accent2"/>
                </a:solidFill>
              </a:defRPr>
            </a:lvl5pPr>
            <a:lvl6pPr lvl="5">
              <a:buNone/>
              <a:defRPr sz="1100">
                <a:solidFill>
                  <a:schemeClr val="accent2"/>
                </a:solidFill>
              </a:defRPr>
            </a:lvl6pPr>
            <a:lvl7pPr lvl="6">
              <a:buNone/>
              <a:defRPr sz="1100">
                <a:solidFill>
                  <a:schemeClr val="accent2"/>
                </a:solidFill>
              </a:defRPr>
            </a:lvl7pPr>
            <a:lvl8pPr lvl="7">
              <a:buNone/>
              <a:defRPr sz="1100">
                <a:solidFill>
                  <a:schemeClr val="accent2"/>
                </a:solidFill>
              </a:defRPr>
            </a:lvl8pPr>
            <a:lvl9pPr lvl="8">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26" name="Shape 126"/>
        <p:cNvGrpSpPr/>
        <p:nvPr/>
      </p:nvGrpSpPr>
      <p:grpSpPr>
        <a:xfrm>
          <a:off x="0" y="0"/>
          <a:ext cx="0" cy="0"/>
          <a:chOff x="0" y="0"/>
          <a:chExt cx="0" cy="0"/>
        </a:xfrm>
      </p:grpSpPr>
      <p:sp>
        <p:nvSpPr>
          <p:cNvPr id="127" name="Google Shape;127;p22"/>
          <p:cNvSpPr/>
          <p:nvPr/>
        </p:nvSpPr>
        <p:spPr>
          <a:xfrm>
            <a:off x="0" y="0"/>
            <a:ext cx="9144000" cy="16311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2"/>
          <p:cNvSpPr txBox="1"/>
          <p:nvPr>
            <p:ph idx="1" type="subTitle"/>
          </p:nvPr>
        </p:nvSpPr>
        <p:spPr>
          <a:xfrm>
            <a:off x="685450" y="327300"/>
            <a:ext cx="5173200" cy="9765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3600"/>
              <a:buFont typeface="Hepta Slab Medium"/>
              <a:buNone/>
              <a:defRPr sz="3600">
                <a:solidFill>
                  <a:schemeClr val="dk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29" name="Google Shape;129;p22"/>
          <p:cNvSpPr txBox="1"/>
          <p:nvPr>
            <p:ph idx="2" type="body"/>
          </p:nvPr>
        </p:nvSpPr>
        <p:spPr>
          <a:xfrm>
            <a:off x="685450" y="2180950"/>
            <a:ext cx="3579600" cy="23856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30" name="Google Shape;130;p22"/>
          <p:cNvSpPr txBox="1"/>
          <p:nvPr>
            <p:ph idx="3" type="body"/>
          </p:nvPr>
        </p:nvSpPr>
        <p:spPr>
          <a:xfrm>
            <a:off x="4601077" y="2180950"/>
            <a:ext cx="3579600" cy="23856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31" name="Google Shape;131;p22"/>
          <p:cNvSpPr txBox="1"/>
          <p:nvPr>
            <p:ph idx="12" type="sldNum"/>
          </p:nvPr>
        </p:nvSpPr>
        <p:spPr>
          <a:xfrm>
            <a:off x="8490529" y="250829"/>
            <a:ext cx="348900" cy="178200"/>
          </a:xfrm>
          <a:prstGeom prst="rect">
            <a:avLst/>
          </a:prstGeom>
        </p:spPr>
        <p:txBody>
          <a:bodyPr anchorCtr="0" anchor="ctr" bIns="91425" lIns="91425" spcFirstLastPara="1" rIns="91425" wrap="square" tIns="91425">
            <a:normAutofit fontScale="25000" lnSpcReduction="20000"/>
          </a:bodyPr>
          <a:lstStyle>
            <a:lvl1pPr lvl="0">
              <a:buNone/>
              <a:defRPr sz="1100">
                <a:solidFill>
                  <a:schemeClr val="accent3"/>
                </a:solidFill>
              </a:defRPr>
            </a:lvl1pPr>
            <a:lvl2pPr lvl="1">
              <a:buNone/>
              <a:defRPr sz="1100">
                <a:solidFill>
                  <a:schemeClr val="accent3"/>
                </a:solidFill>
              </a:defRPr>
            </a:lvl2pPr>
            <a:lvl3pPr lvl="2">
              <a:buNone/>
              <a:defRPr sz="1100">
                <a:solidFill>
                  <a:schemeClr val="accent3"/>
                </a:solidFill>
              </a:defRPr>
            </a:lvl3pPr>
            <a:lvl4pPr lvl="3">
              <a:buNone/>
              <a:defRPr sz="1100">
                <a:solidFill>
                  <a:schemeClr val="accent3"/>
                </a:solidFill>
              </a:defRPr>
            </a:lvl4pPr>
            <a:lvl5pPr lvl="4">
              <a:buNone/>
              <a:defRPr sz="1100">
                <a:solidFill>
                  <a:schemeClr val="accent3"/>
                </a:solidFill>
              </a:defRPr>
            </a:lvl5pPr>
            <a:lvl6pPr lvl="5">
              <a:buNone/>
              <a:defRPr sz="1100">
                <a:solidFill>
                  <a:schemeClr val="accent3"/>
                </a:solidFill>
              </a:defRPr>
            </a:lvl6pPr>
            <a:lvl7pPr lvl="6">
              <a:buNone/>
              <a:defRPr sz="1100">
                <a:solidFill>
                  <a:schemeClr val="accent3"/>
                </a:solidFill>
              </a:defRPr>
            </a:lvl7pPr>
            <a:lvl8pPr lvl="7">
              <a:buNone/>
              <a:defRPr sz="1100">
                <a:solidFill>
                  <a:schemeClr val="accent3"/>
                </a:solidFill>
              </a:defRPr>
            </a:lvl8pPr>
            <a:lvl9pPr lvl="8">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132" name="Shape 132"/>
        <p:cNvGrpSpPr/>
        <p:nvPr/>
      </p:nvGrpSpPr>
      <p:grpSpPr>
        <a:xfrm>
          <a:off x="0" y="0"/>
          <a:ext cx="0" cy="0"/>
          <a:chOff x="0" y="0"/>
          <a:chExt cx="0" cy="0"/>
        </a:xfrm>
      </p:grpSpPr>
      <p:sp>
        <p:nvSpPr>
          <p:cNvPr id="133" name="Google Shape;133;p23"/>
          <p:cNvSpPr txBox="1"/>
          <p:nvPr>
            <p:ph type="title"/>
          </p:nvPr>
        </p:nvSpPr>
        <p:spPr>
          <a:xfrm>
            <a:off x="455221" y="1321125"/>
            <a:ext cx="5094600" cy="1749900"/>
          </a:xfrm>
          <a:prstGeom prst="rect">
            <a:avLst/>
          </a:prstGeom>
          <a:noFill/>
        </p:spPr>
        <p:txBody>
          <a:bodyPr anchorCtr="0" anchor="t" bIns="91425" lIns="91425" spcFirstLastPara="1" rIns="91425" wrap="square" tIns="91425">
            <a:normAutofit/>
          </a:bodyPr>
          <a:lstStyle>
            <a:lvl1pPr lvl="0">
              <a:spcBef>
                <a:spcPts val="0"/>
              </a:spcBef>
              <a:spcAft>
                <a:spcPts val="0"/>
              </a:spcAft>
              <a:buSzPts val="5400"/>
              <a:buNone/>
              <a:defRPr sz="5400"/>
            </a:lvl1pPr>
            <a:lvl2pPr lvl="1">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4200"/>
              <a:buNone/>
              <a:defRPr>
                <a:solidFill>
                  <a:schemeClr val="dk1"/>
                </a:solidFill>
                <a:latin typeface="Barlow Light"/>
                <a:ea typeface="Barlow Light"/>
                <a:cs typeface="Barlow Light"/>
                <a:sym typeface="Barlow Light"/>
              </a:defRPr>
            </a:lvl9pPr>
          </a:lstStyle>
          <a:p/>
        </p:txBody>
      </p:sp>
      <p:sp>
        <p:nvSpPr>
          <p:cNvPr id="134" name="Google Shape;134;p23"/>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317500" lvl="4" marL="2286000">
              <a:spcBef>
                <a:spcPts val="0"/>
              </a:spcBef>
              <a:spcAft>
                <a:spcPts val="0"/>
              </a:spcAft>
              <a:buSzPts val="14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35" name="Google Shape;135;p23"/>
          <p:cNvSpPr txBox="1"/>
          <p:nvPr>
            <p:ph idx="12" type="sldNum"/>
          </p:nvPr>
        </p:nvSpPr>
        <p:spPr>
          <a:xfrm>
            <a:off x="8556784" y="4749851"/>
            <a:ext cx="548700" cy="393600"/>
          </a:xfrm>
          <a:prstGeom prst="rect">
            <a:avLst/>
          </a:prstGeom>
        </p:spPr>
        <p:txBody>
          <a:bodyPr anchorCtr="0" anchor="ctr" bIns="91425" lIns="91425" spcFirstLastPara="1" rIns="91425" wrap="square" tIns="91425">
            <a:norm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B9FB4"/>
              </a:buClr>
              <a:buSzPts val="4200"/>
              <a:buFont typeface="Barlow Condensed"/>
              <a:buNone/>
              <a:defRPr b="1" sz="4200">
                <a:solidFill>
                  <a:srgbClr val="FB9FB4"/>
                </a:solidFill>
                <a:latin typeface="Barlow Condensed"/>
                <a:ea typeface="Barlow Condensed"/>
                <a:cs typeface="Barlow Condensed"/>
                <a:sym typeface="Barlow Condensed"/>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Barlow Condensed Light"/>
              <a:buChar char="●"/>
              <a:defRPr sz="1800">
                <a:solidFill>
                  <a:schemeClr val="lt1"/>
                </a:solidFill>
                <a:latin typeface="Barlow Condensed Light"/>
                <a:ea typeface="Barlow Condensed Light"/>
                <a:cs typeface="Barlow Condensed Light"/>
                <a:sym typeface="Barlow Condensed Light"/>
              </a:defRPr>
            </a:lvl1pPr>
            <a:lvl2pPr indent="-317500" lvl="1" marL="9144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2pPr>
            <a:lvl3pPr indent="-317500" lvl="2" marL="13716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3pPr>
            <a:lvl4pPr indent="-317500" lvl="3" marL="18288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4pPr>
            <a:lvl5pPr indent="-317500" lvl="4" marL="22860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5pPr>
            <a:lvl6pPr indent="-317500" lvl="5" marL="27432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6pPr>
            <a:lvl7pPr indent="-317500" lvl="6" marL="32004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7pPr>
            <a:lvl8pPr indent="-317500" lvl="7" marL="36576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8pPr>
            <a:lvl9pPr indent="-317500" lvl="8" marL="4114800">
              <a:lnSpc>
                <a:spcPct val="115000"/>
              </a:lnSpc>
              <a:spcBef>
                <a:spcPts val="0"/>
              </a:spcBef>
              <a:spcAft>
                <a:spcPts val="0"/>
              </a:spcAft>
              <a:buClr>
                <a:schemeClr val="lt1"/>
              </a:buClr>
              <a:buSzPts val="1400"/>
              <a:buFont typeface="Barlow Condensed Light"/>
              <a:buChar char="■"/>
              <a:defRPr>
                <a:solidFill>
                  <a:schemeClr val="lt1"/>
                </a:solidFill>
                <a:latin typeface="Barlow Condensed Light"/>
                <a:ea typeface="Barlow Condensed Light"/>
                <a:cs typeface="Barlow Condensed Light"/>
                <a:sym typeface="Barlow Condensed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Security Analysis Report on </a:t>
            </a:r>
            <a:r>
              <a:rPr lang="en">
                <a:solidFill>
                  <a:srgbClr val="CC0000"/>
                </a:solidFill>
                <a:highlight>
                  <a:srgbClr val="000000"/>
                </a:highlight>
              </a:rPr>
              <a:t>REDACTED</a:t>
            </a:r>
            <a:endParaRPr>
              <a:solidFill>
                <a:srgbClr val="CC0000"/>
              </a:solidFill>
              <a:highlight>
                <a:srgbClr val="000000"/>
              </a:highlight>
            </a:endParaRPr>
          </a:p>
        </p:txBody>
      </p:sp>
      <p:sp>
        <p:nvSpPr>
          <p:cNvPr id="141" name="Google Shape;141;p24"/>
          <p:cNvSpPr txBox="1"/>
          <p:nvPr>
            <p:ph idx="1" type="subTitle"/>
          </p:nvPr>
        </p:nvSpPr>
        <p:spPr>
          <a:xfrm>
            <a:off x="311700" y="3890400"/>
            <a:ext cx="8520600" cy="706200"/>
          </a:xfrm>
          <a:prstGeom prst="rect">
            <a:avLst/>
          </a:prstGeom>
          <a:ln cap="flat" cmpd="sng" w="19050">
            <a:solidFill>
              <a:srgbClr val="FB9FB4"/>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0"/>
              </a:spcAft>
              <a:buNone/>
            </a:pPr>
            <a:r>
              <a:rPr lang="en"/>
              <a:t>Savannah Chappus ~ Advanced Ethical Hacking ~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2" type="body"/>
          </p:nvPr>
        </p:nvSpPr>
        <p:spPr>
          <a:xfrm>
            <a:off x="4939500" y="571800"/>
            <a:ext cx="3837000" cy="369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000">
                <a:latin typeface="Barlow Condensed"/>
                <a:ea typeface="Barlow Condensed"/>
                <a:cs typeface="Barlow Condensed"/>
                <a:sym typeface="Barlow Condensed"/>
              </a:rPr>
              <a:t>Disclaimer 2:</a:t>
            </a:r>
            <a:endParaRPr b="1" sz="3000">
              <a:latin typeface="Barlow Condensed"/>
              <a:ea typeface="Barlow Condensed"/>
              <a:cs typeface="Barlow Condensed"/>
              <a:sym typeface="Barlow Condensed"/>
            </a:endParaRPr>
          </a:p>
          <a:p>
            <a:pPr indent="0" lvl="0" marL="0" rtl="0" algn="l">
              <a:spcBef>
                <a:spcPts val="1200"/>
              </a:spcBef>
              <a:spcAft>
                <a:spcPts val="1200"/>
              </a:spcAft>
              <a:buNone/>
            </a:pPr>
            <a:r>
              <a:rPr i="1" lang="en" sz="2000"/>
              <a:t>All of the events discussed in the scope of this report are strictly hypothetical and have not occurred in any form. They are written as if they have happened solely for the purposes of the assignment. Sources that are not explicitly cited in the body of the paper were used for researching the hypothetical scenarios.</a:t>
            </a:r>
            <a:endParaRPr i="1" sz="2000"/>
          </a:p>
        </p:txBody>
      </p:sp>
      <p:sp>
        <p:nvSpPr>
          <p:cNvPr id="147" name="Google Shape;147;p25"/>
          <p:cNvSpPr txBox="1"/>
          <p:nvPr>
            <p:ph idx="2" type="body"/>
          </p:nvPr>
        </p:nvSpPr>
        <p:spPr>
          <a:xfrm>
            <a:off x="386075" y="571800"/>
            <a:ext cx="3362100" cy="369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000">
                <a:solidFill>
                  <a:srgbClr val="FB9FB4"/>
                </a:solidFill>
                <a:latin typeface="Barlow Condensed"/>
                <a:ea typeface="Barlow Condensed"/>
                <a:cs typeface="Barlow Condensed"/>
                <a:sym typeface="Barlow Condensed"/>
              </a:rPr>
              <a:t>Disclaimer 1:</a:t>
            </a:r>
            <a:endParaRPr b="1" sz="3000">
              <a:solidFill>
                <a:srgbClr val="FB9FB4"/>
              </a:solidFill>
              <a:latin typeface="Barlow Condensed"/>
              <a:ea typeface="Barlow Condensed"/>
              <a:cs typeface="Barlow Condensed"/>
              <a:sym typeface="Barlow Condensed"/>
            </a:endParaRPr>
          </a:p>
          <a:p>
            <a:pPr indent="0" lvl="0" marL="0" rtl="0" algn="l">
              <a:spcBef>
                <a:spcPts val="1200"/>
              </a:spcBef>
              <a:spcAft>
                <a:spcPts val="1200"/>
              </a:spcAft>
              <a:buNone/>
            </a:pPr>
            <a:r>
              <a:rPr i="1" lang="en" sz="2000">
                <a:solidFill>
                  <a:srgbClr val="FB9FB4"/>
                </a:solidFill>
              </a:rPr>
              <a:t>To protect the identity of our client, certain details of this presentation have been obscured.</a:t>
            </a:r>
            <a:endParaRPr i="1" sz="2000">
              <a:solidFill>
                <a:srgbClr val="FB9FB4"/>
              </a:solidFill>
            </a:endParaRPr>
          </a:p>
        </p:txBody>
      </p:sp>
      <p:cxnSp>
        <p:nvCxnSpPr>
          <p:cNvPr id="148" name="Google Shape;148;p25"/>
          <p:cNvCxnSpPr/>
          <p:nvPr/>
        </p:nvCxnSpPr>
        <p:spPr>
          <a:xfrm>
            <a:off x="460800" y="4495500"/>
            <a:ext cx="468300" cy="0"/>
          </a:xfrm>
          <a:prstGeom prst="straightConnector1">
            <a:avLst/>
          </a:prstGeom>
          <a:noFill/>
          <a:ln cap="flat" cmpd="sng" w="28575">
            <a:solidFill>
              <a:schemeClr val="lt1"/>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idx="1" type="subTitle"/>
          </p:nvPr>
        </p:nvSpPr>
        <p:spPr>
          <a:xfrm rot="-5400000">
            <a:off x="-1297200" y="2136950"/>
            <a:ext cx="4300200" cy="920400"/>
          </a:xfrm>
          <a:prstGeom prst="rect">
            <a:avLst/>
          </a:prstGeom>
        </p:spPr>
        <p:txBody>
          <a:bodyPr anchorCtr="0" anchor="t" bIns="91425" lIns="91425" spcFirstLastPara="1" rIns="91425" wrap="square" tIns="91425">
            <a:normAutofit/>
          </a:bodyPr>
          <a:lstStyle/>
          <a:p>
            <a:pPr indent="0" lvl="0" marL="0" rtl="0" algn="r">
              <a:spcBef>
                <a:spcPts val="0"/>
              </a:spcBef>
              <a:spcAft>
                <a:spcPts val="1200"/>
              </a:spcAft>
              <a:buNone/>
            </a:pPr>
            <a:r>
              <a:rPr b="1" lang="en" sz="4800">
                <a:solidFill>
                  <a:schemeClr val="dk1"/>
                </a:solidFill>
                <a:latin typeface="Hepta Slab"/>
                <a:ea typeface="Hepta Slab"/>
                <a:cs typeface="Hepta Slab"/>
                <a:sym typeface="Hepta Slab"/>
              </a:rPr>
              <a:t>A G E N D A</a:t>
            </a:r>
            <a:endParaRPr b="1" sz="4800">
              <a:solidFill>
                <a:schemeClr val="dk1"/>
              </a:solidFill>
              <a:latin typeface="Hepta Slab"/>
              <a:ea typeface="Hepta Slab"/>
              <a:cs typeface="Hepta Slab"/>
              <a:sym typeface="Hepta Slab"/>
            </a:endParaRPr>
          </a:p>
        </p:txBody>
      </p:sp>
      <p:sp>
        <p:nvSpPr>
          <p:cNvPr id="154" name="Google Shape;154;p26"/>
          <p:cNvSpPr txBox="1"/>
          <p:nvPr>
            <p:ph idx="2" type="body"/>
          </p:nvPr>
        </p:nvSpPr>
        <p:spPr>
          <a:xfrm>
            <a:off x="1473097" y="447154"/>
            <a:ext cx="926100" cy="4740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1200"/>
              </a:spcAft>
              <a:buNone/>
            </a:pPr>
            <a:r>
              <a:rPr lang="en"/>
              <a:t>01</a:t>
            </a:r>
            <a:endParaRPr/>
          </a:p>
        </p:txBody>
      </p:sp>
      <p:sp>
        <p:nvSpPr>
          <p:cNvPr id="155" name="Google Shape;155;p26"/>
          <p:cNvSpPr txBox="1"/>
          <p:nvPr>
            <p:ph idx="3" type="subTitle"/>
          </p:nvPr>
        </p:nvSpPr>
        <p:spPr>
          <a:xfrm>
            <a:off x="2385021" y="446804"/>
            <a:ext cx="2362200" cy="47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Introduction</a:t>
            </a:r>
            <a:endParaRPr/>
          </a:p>
        </p:txBody>
      </p:sp>
      <p:sp>
        <p:nvSpPr>
          <p:cNvPr id="156" name="Google Shape;156;p26"/>
          <p:cNvSpPr txBox="1"/>
          <p:nvPr>
            <p:ph idx="4" type="body"/>
          </p:nvPr>
        </p:nvSpPr>
        <p:spPr>
          <a:xfrm>
            <a:off x="2666800" y="920800"/>
            <a:ext cx="1775700" cy="69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Purpose</a:t>
            </a:r>
            <a:endParaRPr/>
          </a:p>
          <a:p>
            <a:pPr indent="0" lvl="0" marL="0" rtl="0" algn="l">
              <a:spcBef>
                <a:spcPts val="1200"/>
              </a:spcBef>
              <a:spcAft>
                <a:spcPts val="1200"/>
              </a:spcAft>
              <a:buNone/>
            </a:pPr>
            <a:r>
              <a:rPr lang="en"/>
              <a:t>Scope</a:t>
            </a:r>
            <a:endParaRPr/>
          </a:p>
        </p:txBody>
      </p:sp>
      <p:sp>
        <p:nvSpPr>
          <p:cNvPr id="157" name="Google Shape;157;p26"/>
          <p:cNvSpPr txBox="1"/>
          <p:nvPr>
            <p:ph idx="5" type="body"/>
          </p:nvPr>
        </p:nvSpPr>
        <p:spPr>
          <a:xfrm>
            <a:off x="1473097" y="1613066"/>
            <a:ext cx="926100" cy="4740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1200"/>
              </a:spcAft>
              <a:buNone/>
            </a:pPr>
            <a:r>
              <a:rPr lang="en"/>
              <a:t>02</a:t>
            </a:r>
            <a:endParaRPr/>
          </a:p>
        </p:txBody>
      </p:sp>
      <p:sp>
        <p:nvSpPr>
          <p:cNvPr id="158" name="Google Shape;158;p26"/>
          <p:cNvSpPr txBox="1"/>
          <p:nvPr>
            <p:ph idx="6" type="subTitle"/>
          </p:nvPr>
        </p:nvSpPr>
        <p:spPr>
          <a:xfrm>
            <a:off x="2385025" y="1612800"/>
            <a:ext cx="2799300" cy="47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Social Engineering</a:t>
            </a:r>
            <a:endParaRPr/>
          </a:p>
        </p:txBody>
      </p:sp>
      <p:sp>
        <p:nvSpPr>
          <p:cNvPr id="159" name="Google Shape;159;p26"/>
          <p:cNvSpPr txBox="1"/>
          <p:nvPr>
            <p:ph idx="7" type="body"/>
          </p:nvPr>
        </p:nvSpPr>
        <p:spPr>
          <a:xfrm>
            <a:off x="2666800" y="2086799"/>
            <a:ext cx="1775700" cy="7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Vishing &amp; </a:t>
            </a:r>
            <a:r>
              <a:rPr lang="en"/>
              <a:t>Phishing</a:t>
            </a:r>
            <a:r>
              <a:rPr lang="en"/>
              <a:t> Scam</a:t>
            </a:r>
            <a:endParaRPr/>
          </a:p>
          <a:p>
            <a:pPr indent="0" lvl="0" marL="0" rtl="0" algn="l">
              <a:spcBef>
                <a:spcPts val="1200"/>
              </a:spcBef>
              <a:spcAft>
                <a:spcPts val="1200"/>
              </a:spcAft>
              <a:buNone/>
            </a:pPr>
            <a:r>
              <a:rPr lang="en"/>
              <a:t>Outcome &amp; Response</a:t>
            </a:r>
            <a:endParaRPr/>
          </a:p>
        </p:txBody>
      </p:sp>
      <p:sp>
        <p:nvSpPr>
          <p:cNvPr id="160" name="Google Shape;160;p26"/>
          <p:cNvSpPr txBox="1"/>
          <p:nvPr>
            <p:ph idx="8" type="body"/>
          </p:nvPr>
        </p:nvSpPr>
        <p:spPr>
          <a:xfrm>
            <a:off x="1473097" y="2838093"/>
            <a:ext cx="926100" cy="4740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1200"/>
              </a:spcAft>
              <a:buNone/>
            </a:pPr>
            <a:r>
              <a:rPr lang="en"/>
              <a:t>03</a:t>
            </a:r>
            <a:endParaRPr/>
          </a:p>
        </p:txBody>
      </p:sp>
      <p:sp>
        <p:nvSpPr>
          <p:cNvPr id="161" name="Google Shape;161;p26"/>
          <p:cNvSpPr txBox="1"/>
          <p:nvPr>
            <p:ph idx="9" type="subTitle"/>
          </p:nvPr>
        </p:nvSpPr>
        <p:spPr>
          <a:xfrm>
            <a:off x="2385021" y="2837818"/>
            <a:ext cx="2362200" cy="47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Network Security</a:t>
            </a:r>
            <a:endParaRPr/>
          </a:p>
        </p:txBody>
      </p:sp>
      <p:sp>
        <p:nvSpPr>
          <p:cNvPr id="162" name="Google Shape;162;p26"/>
          <p:cNvSpPr txBox="1"/>
          <p:nvPr>
            <p:ph idx="13" type="body"/>
          </p:nvPr>
        </p:nvSpPr>
        <p:spPr>
          <a:xfrm>
            <a:off x="2666800" y="3311300"/>
            <a:ext cx="1775700" cy="137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External Domain Review</a:t>
            </a:r>
            <a:endParaRPr/>
          </a:p>
          <a:p>
            <a:pPr indent="0" lvl="0" marL="0" rtl="0" algn="l">
              <a:spcBef>
                <a:spcPts val="1200"/>
              </a:spcBef>
              <a:spcAft>
                <a:spcPts val="0"/>
              </a:spcAft>
              <a:buNone/>
            </a:pPr>
            <a:r>
              <a:rPr lang="en"/>
              <a:t>Outcome &amp; Response</a:t>
            </a:r>
            <a:endParaRPr/>
          </a:p>
          <a:p>
            <a:pPr indent="0" lvl="0" marL="0" rtl="0" algn="l">
              <a:spcBef>
                <a:spcPts val="1200"/>
              </a:spcBef>
              <a:spcAft>
                <a:spcPts val="0"/>
              </a:spcAft>
              <a:buNone/>
            </a:pPr>
            <a:r>
              <a:rPr lang="en"/>
              <a:t>Network Traffic Monitor</a:t>
            </a:r>
            <a:endParaRPr/>
          </a:p>
          <a:p>
            <a:pPr indent="0" lvl="0" marL="0" rtl="0" algn="l">
              <a:spcBef>
                <a:spcPts val="1200"/>
              </a:spcBef>
              <a:spcAft>
                <a:spcPts val="1200"/>
              </a:spcAft>
              <a:buNone/>
            </a:pPr>
            <a:r>
              <a:rPr lang="en"/>
              <a:t>Outcome &amp; Response</a:t>
            </a:r>
            <a:endParaRPr/>
          </a:p>
        </p:txBody>
      </p:sp>
      <p:sp>
        <p:nvSpPr>
          <p:cNvPr id="163" name="Google Shape;163;p26"/>
          <p:cNvSpPr txBox="1"/>
          <p:nvPr>
            <p:ph idx="14" type="body"/>
          </p:nvPr>
        </p:nvSpPr>
        <p:spPr>
          <a:xfrm>
            <a:off x="5508581" y="447154"/>
            <a:ext cx="926100" cy="4740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1200"/>
              </a:spcAft>
              <a:buNone/>
            </a:pPr>
            <a:r>
              <a:rPr lang="en"/>
              <a:t>04</a:t>
            </a:r>
            <a:endParaRPr/>
          </a:p>
        </p:txBody>
      </p:sp>
      <p:sp>
        <p:nvSpPr>
          <p:cNvPr id="164" name="Google Shape;164;p26"/>
          <p:cNvSpPr txBox="1"/>
          <p:nvPr>
            <p:ph idx="15" type="subTitle"/>
          </p:nvPr>
        </p:nvSpPr>
        <p:spPr>
          <a:xfrm>
            <a:off x="6420505" y="446879"/>
            <a:ext cx="2362200" cy="47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Access Control</a:t>
            </a:r>
            <a:endParaRPr/>
          </a:p>
        </p:txBody>
      </p:sp>
      <p:sp>
        <p:nvSpPr>
          <p:cNvPr id="165" name="Google Shape;165;p26"/>
          <p:cNvSpPr txBox="1"/>
          <p:nvPr>
            <p:ph idx="16" type="body"/>
          </p:nvPr>
        </p:nvSpPr>
        <p:spPr>
          <a:xfrm>
            <a:off x="6702275" y="920400"/>
            <a:ext cx="2017200" cy="69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Active Directory Domain Audit</a:t>
            </a:r>
            <a:endParaRPr/>
          </a:p>
          <a:p>
            <a:pPr indent="0" lvl="0" marL="0" rtl="0" algn="l">
              <a:spcBef>
                <a:spcPts val="1200"/>
              </a:spcBef>
              <a:spcAft>
                <a:spcPts val="1200"/>
              </a:spcAft>
              <a:buNone/>
            </a:pPr>
            <a:r>
              <a:rPr lang="en"/>
              <a:t>Outcome &amp; Response</a:t>
            </a:r>
            <a:endParaRPr/>
          </a:p>
        </p:txBody>
      </p:sp>
      <p:sp>
        <p:nvSpPr>
          <p:cNvPr id="166" name="Google Shape;166;p26"/>
          <p:cNvSpPr txBox="1"/>
          <p:nvPr>
            <p:ph idx="17" type="body"/>
          </p:nvPr>
        </p:nvSpPr>
        <p:spPr>
          <a:xfrm>
            <a:off x="5508581" y="1613066"/>
            <a:ext cx="926100" cy="4740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1200"/>
              </a:spcAft>
              <a:buNone/>
            </a:pPr>
            <a:r>
              <a:rPr lang="en"/>
              <a:t>05</a:t>
            </a:r>
            <a:endParaRPr/>
          </a:p>
        </p:txBody>
      </p:sp>
      <p:sp>
        <p:nvSpPr>
          <p:cNvPr id="167" name="Google Shape;167;p26"/>
          <p:cNvSpPr txBox="1"/>
          <p:nvPr>
            <p:ph idx="18" type="subTitle"/>
          </p:nvPr>
        </p:nvSpPr>
        <p:spPr>
          <a:xfrm>
            <a:off x="6420505" y="1612791"/>
            <a:ext cx="2362200" cy="4740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lang="en"/>
              <a:t>Future Work</a:t>
            </a:r>
            <a:endParaRPr/>
          </a:p>
        </p:txBody>
      </p:sp>
      <p:sp>
        <p:nvSpPr>
          <p:cNvPr id="168" name="Google Shape;168;p26"/>
          <p:cNvSpPr txBox="1"/>
          <p:nvPr>
            <p:ph idx="19" type="body"/>
          </p:nvPr>
        </p:nvSpPr>
        <p:spPr>
          <a:xfrm>
            <a:off x="6702275" y="2087077"/>
            <a:ext cx="1775700" cy="997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Future Tests</a:t>
            </a:r>
            <a:endParaRPr/>
          </a:p>
          <a:p>
            <a:pPr indent="0" lvl="0" marL="0" rtl="0" algn="l">
              <a:spcBef>
                <a:spcPts val="1200"/>
              </a:spcBef>
              <a:spcAft>
                <a:spcPts val="0"/>
              </a:spcAft>
              <a:buNone/>
            </a:pPr>
            <a:r>
              <a:rPr lang="en"/>
              <a:t>Conclusion</a:t>
            </a:r>
            <a:endParaRPr/>
          </a:p>
          <a:p>
            <a:pPr indent="0" lvl="0" marL="0" rtl="0" algn="l">
              <a:spcBef>
                <a:spcPts val="1200"/>
              </a:spcBef>
              <a:spcAft>
                <a:spcPts val="1200"/>
              </a:spcAft>
              <a:buNone/>
            </a:pPr>
            <a:r>
              <a:rPr lang="en"/>
              <a:t>Questions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697350" y="3071825"/>
            <a:ext cx="7749300" cy="876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Introduction</a:t>
            </a:r>
            <a:endParaRPr/>
          </a:p>
        </p:txBody>
      </p:sp>
      <p:sp>
        <p:nvSpPr>
          <p:cNvPr id="174" name="Google Shape;174;p27"/>
          <p:cNvSpPr txBox="1"/>
          <p:nvPr>
            <p:ph idx="2" type="title"/>
          </p:nvPr>
        </p:nvSpPr>
        <p:spPr>
          <a:xfrm>
            <a:off x="3278250" y="1194450"/>
            <a:ext cx="2587500" cy="1829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idx="1" type="subTitle"/>
          </p:nvPr>
        </p:nvSpPr>
        <p:spPr>
          <a:xfrm>
            <a:off x="685450" y="327300"/>
            <a:ext cx="5173200" cy="976500"/>
          </a:xfrm>
          <a:prstGeom prst="rect">
            <a:avLst/>
          </a:prstGeom>
        </p:spPr>
        <p:txBody>
          <a:bodyPr anchorCtr="0" anchor="ctr" bIns="0" lIns="0" spcFirstLastPara="1" rIns="0" wrap="square" tIns="0">
            <a:normAutofit/>
          </a:bodyPr>
          <a:lstStyle/>
          <a:p>
            <a:pPr indent="0" lvl="0" marL="0" rtl="0" algn="l">
              <a:spcBef>
                <a:spcPts val="0"/>
              </a:spcBef>
              <a:spcAft>
                <a:spcPts val="1200"/>
              </a:spcAft>
              <a:buNone/>
            </a:pPr>
            <a:r>
              <a:rPr lang="en"/>
              <a:t>Introduction</a:t>
            </a:r>
            <a:endParaRPr/>
          </a:p>
        </p:txBody>
      </p:sp>
      <p:sp>
        <p:nvSpPr>
          <p:cNvPr id="180" name="Google Shape;180;p28"/>
          <p:cNvSpPr txBox="1"/>
          <p:nvPr>
            <p:ph idx="2" type="body"/>
          </p:nvPr>
        </p:nvSpPr>
        <p:spPr>
          <a:xfrm>
            <a:off x="685450" y="2180950"/>
            <a:ext cx="3579600" cy="1222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Char char="●"/>
            </a:pPr>
            <a:r>
              <a:rPr lang="en" sz="1400">
                <a:solidFill>
                  <a:srgbClr val="000000"/>
                </a:solidFill>
              </a:rPr>
              <a:t>Catch security flaws</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Maintain client’s integrity</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Improve client’s incident response</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Improve client’s overall security</a:t>
            </a:r>
            <a:endParaRPr sz="1400">
              <a:solidFill>
                <a:srgbClr val="000000"/>
              </a:solidFill>
            </a:endParaRPr>
          </a:p>
        </p:txBody>
      </p:sp>
      <p:sp>
        <p:nvSpPr>
          <p:cNvPr id="181" name="Google Shape;181;p28"/>
          <p:cNvSpPr txBox="1"/>
          <p:nvPr>
            <p:ph idx="3" type="body"/>
          </p:nvPr>
        </p:nvSpPr>
        <p:spPr>
          <a:xfrm>
            <a:off x="4601076" y="2180950"/>
            <a:ext cx="3579600" cy="1222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Char char="●"/>
            </a:pPr>
            <a:r>
              <a:rPr lang="en" sz="1400">
                <a:solidFill>
                  <a:srgbClr val="000000"/>
                </a:solidFill>
              </a:rPr>
              <a:t>Minimal strain</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Low-impact</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Targeted to client’s needs</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Safe and manageable tests</a:t>
            </a:r>
            <a:endParaRPr sz="1400">
              <a:solidFill>
                <a:srgbClr val="000000"/>
              </a:solidFill>
            </a:endParaRPr>
          </a:p>
        </p:txBody>
      </p:sp>
      <p:sp>
        <p:nvSpPr>
          <p:cNvPr id="182" name="Google Shape;182;p28"/>
          <p:cNvSpPr txBox="1"/>
          <p:nvPr>
            <p:ph idx="2" type="body"/>
          </p:nvPr>
        </p:nvSpPr>
        <p:spPr>
          <a:xfrm>
            <a:off x="685450" y="1815775"/>
            <a:ext cx="3579600" cy="282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SzPts val="605"/>
              <a:buNone/>
            </a:pPr>
            <a:r>
              <a:rPr b="1" lang="en" sz="1804">
                <a:solidFill>
                  <a:srgbClr val="000000"/>
                </a:solidFill>
                <a:latin typeface="Barlow Condensed"/>
                <a:ea typeface="Barlow Condensed"/>
                <a:cs typeface="Barlow Condensed"/>
                <a:sym typeface="Barlow Condensed"/>
              </a:rPr>
              <a:t>Purpose</a:t>
            </a:r>
            <a:endParaRPr b="1" sz="1804">
              <a:solidFill>
                <a:srgbClr val="000000"/>
              </a:solidFill>
              <a:latin typeface="Barlow Condensed"/>
              <a:ea typeface="Barlow Condensed"/>
              <a:cs typeface="Barlow Condensed"/>
              <a:sym typeface="Barlow Condensed"/>
            </a:endParaRPr>
          </a:p>
        </p:txBody>
      </p:sp>
      <p:sp>
        <p:nvSpPr>
          <p:cNvPr id="183" name="Google Shape;183;p28"/>
          <p:cNvSpPr txBox="1"/>
          <p:nvPr>
            <p:ph idx="3" type="body"/>
          </p:nvPr>
        </p:nvSpPr>
        <p:spPr>
          <a:xfrm>
            <a:off x="4601076" y="1815775"/>
            <a:ext cx="3579600" cy="282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SzPts val="605"/>
              <a:buNone/>
            </a:pPr>
            <a:r>
              <a:rPr b="1" lang="en" sz="1804">
                <a:solidFill>
                  <a:srgbClr val="000000"/>
                </a:solidFill>
                <a:latin typeface="Barlow Condensed"/>
                <a:ea typeface="Barlow Condensed"/>
                <a:cs typeface="Barlow Condensed"/>
                <a:sym typeface="Barlow Condensed"/>
              </a:rPr>
              <a:t>Scope</a:t>
            </a:r>
            <a:endParaRPr b="1" sz="1804">
              <a:solidFill>
                <a:srgbClr val="000000"/>
              </a:solidFill>
              <a:latin typeface="Barlow Condensed"/>
              <a:ea typeface="Barlow Condensed"/>
              <a:cs typeface="Barlow Condensed"/>
              <a:sym typeface="Barlow Condensed"/>
            </a:endParaRPr>
          </a:p>
        </p:txBody>
      </p:sp>
      <p:sp>
        <p:nvSpPr>
          <p:cNvPr id="184" name="Google Shape;184;p28"/>
          <p:cNvSpPr txBox="1"/>
          <p:nvPr>
            <p:ph idx="2" type="body"/>
          </p:nvPr>
        </p:nvSpPr>
        <p:spPr>
          <a:xfrm>
            <a:off x="685450" y="4162200"/>
            <a:ext cx="3579600" cy="724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Char char="●"/>
            </a:pPr>
            <a:r>
              <a:rPr lang="en" sz="1400">
                <a:solidFill>
                  <a:srgbClr val="000000"/>
                </a:solidFill>
              </a:rPr>
              <a:t>Critical Infrastructure sector</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CC0000"/>
                </a:solidFill>
                <a:highlight>
                  <a:srgbClr val="000000"/>
                </a:highlight>
              </a:rPr>
              <a:t>REDACTED REDACTED REDACTED</a:t>
            </a:r>
            <a:endParaRPr sz="1400">
              <a:solidFill>
                <a:srgbClr val="CC0000"/>
              </a:solidFill>
              <a:highlight>
                <a:srgbClr val="000000"/>
              </a:highlight>
            </a:endParaRPr>
          </a:p>
        </p:txBody>
      </p:sp>
      <p:sp>
        <p:nvSpPr>
          <p:cNvPr id="185" name="Google Shape;185;p28"/>
          <p:cNvSpPr txBox="1"/>
          <p:nvPr>
            <p:ph idx="2" type="body"/>
          </p:nvPr>
        </p:nvSpPr>
        <p:spPr>
          <a:xfrm>
            <a:off x="685450" y="3797025"/>
            <a:ext cx="3579600" cy="282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SzPts val="605"/>
              <a:buNone/>
            </a:pPr>
            <a:r>
              <a:rPr b="1" lang="en" sz="1804">
                <a:solidFill>
                  <a:srgbClr val="000000"/>
                </a:solidFill>
                <a:latin typeface="Barlow Condensed"/>
                <a:ea typeface="Barlow Condensed"/>
                <a:cs typeface="Barlow Condensed"/>
                <a:sym typeface="Barlow Condensed"/>
              </a:rPr>
              <a:t>Client</a:t>
            </a:r>
            <a:endParaRPr b="1" sz="1804">
              <a:solidFill>
                <a:srgbClr val="000000"/>
              </a:solidFill>
              <a:latin typeface="Barlow Condensed"/>
              <a:ea typeface="Barlow Condensed"/>
              <a:cs typeface="Barlow Condensed"/>
              <a:sym typeface="Barlow Condensed"/>
            </a:endParaRPr>
          </a:p>
        </p:txBody>
      </p:sp>
      <p:sp>
        <p:nvSpPr>
          <p:cNvPr id="186" name="Google Shape;186;p28"/>
          <p:cNvSpPr txBox="1"/>
          <p:nvPr>
            <p:ph idx="2" type="body"/>
          </p:nvPr>
        </p:nvSpPr>
        <p:spPr>
          <a:xfrm>
            <a:off x="4587500" y="4162200"/>
            <a:ext cx="4132200" cy="7245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Char char="●"/>
            </a:pPr>
            <a:r>
              <a:rPr lang="en" sz="1400">
                <a:solidFill>
                  <a:srgbClr val="000000"/>
                </a:solidFill>
              </a:rPr>
              <a:t>Primarily ‘white-box’</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Collaborated extensively with our client’s executive</a:t>
            </a:r>
            <a:endParaRPr sz="1400">
              <a:solidFill>
                <a:srgbClr val="000000"/>
              </a:solidFill>
            </a:endParaRPr>
          </a:p>
        </p:txBody>
      </p:sp>
      <p:sp>
        <p:nvSpPr>
          <p:cNvPr id="187" name="Google Shape;187;p28"/>
          <p:cNvSpPr txBox="1"/>
          <p:nvPr>
            <p:ph idx="2" type="body"/>
          </p:nvPr>
        </p:nvSpPr>
        <p:spPr>
          <a:xfrm>
            <a:off x="4587488" y="3797025"/>
            <a:ext cx="3579600" cy="282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SzPts val="605"/>
              <a:buNone/>
            </a:pPr>
            <a:r>
              <a:rPr b="1" lang="en" sz="1804">
                <a:solidFill>
                  <a:srgbClr val="000000"/>
                </a:solidFill>
                <a:latin typeface="Barlow Condensed"/>
                <a:ea typeface="Barlow Condensed"/>
                <a:cs typeface="Barlow Condensed"/>
                <a:sym typeface="Barlow Condensed"/>
              </a:rPr>
              <a:t>Method</a:t>
            </a:r>
            <a:endParaRPr b="1" sz="1804">
              <a:solidFill>
                <a:srgbClr val="000000"/>
              </a:solidFill>
              <a:latin typeface="Barlow Condensed"/>
              <a:ea typeface="Barlow Condensed"/>
              <a:cs typeface="Barlow Condensed"/>
              <a:sym typeface="Barlow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Social Engineering Tests</a:t>
            </a:r>
            <a:endParaRPr/>
          </a:p>
        </p:txBody>
      </p:sp>
      <p:sp>
        <p:nvSpPr>
          <p:cNvPr id="193" name="Google Shape;193;p29"/>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265500" y="724200"/>
            <a:ext cx="4045200" cy="2067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Phishing &amp; </a:t>
            </a:r>
            <a:r>
              <a:rPr lang="en"/>
              <a:t>Vishing</a:t>
            </a:r>
            <a:r>
              <a:rPr lang="en"/>
              <a:t> Scam Simulation</a:t>
            </a:r>
            <a:endParaRPr/>
          </a:p>
        </p:txBody>
      </p:sp>
      <p:sp>
        <p:nvSpPr>
          <p:cNvPr id="199" name="Google Shape;199;p30"/>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Social Engineering Test</a:t>
            </a:r>
            <a:endParaRPr/>
          </a:p>
        </p:txBody>
      </p:sp>
      <p:sp>
        <p:nvSpPr>
          <p:cNvPr id="200" name="Google Shape;200;p30"/>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All employees except the executive</a:t>
            </a:r>
            <a:endParaRPr/>
          </a:p>
          <a:p>
            <a:pPr indent="-342900" lvl="0" marL="457200" rtl="0" algn="l">
              <a:spcBef>
                <a:spcPts val="0"/>
              </a:spcBef>
              <a:spcAft>
                <a:spcPts val="0"/>
              </a:spcAft>
              <a:buSzPts val="1800"/>
              <a:buChar char="●"/>
            </a:pPr>
            <a:r>
              <a:rPr lang="en"/>
              <a:t>Ignored ex-employee network</a:t>
            </a:r>
            <a:endParaRPr/>
          </a:p>
          <a:p>
            <a:pPr indent="-342900" lvl="0" marL="457200" rtl="0" algn="l">
              <a:spcBef>
                <a:spcPts val="0"/>
              </a:spcBef>
              <a:spcAft>
                <a:spcPts val="0"/>
              </a:spcAft>
              <a:buSzPts val="1800"/>
              <a:buChar char="●"/>
            </a:pPr>
            <a:r>
              <a:rPr lang="en"/>
              <a:t>Phishing &amp; vishing only, no smishing</a:t>
            </a:r>
            <a:endParaRPr/>
          </a:p>
          <a:p>
            <a:pPr indent="-342900" lvl="0" marL="457200" rtl="0" algn="l">
              <a:spcBef>
                <a:spcPts val="0"/>
              </a:spcBef>
              <a:spcAft>
                <a:spcPts val="0"/>
              </a:spcAft>
              <a:buSzPts val="1800"/>
              <a:buChar char="●"/>
            </a:pPr>
            <a:r>
              <a:rPr lang="en"/>
              <a:t>Randomized scripts &amp; format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179250" y="193600"/>
            <a:ext cx="2571000" cy="61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Script 1</a:t>
            </a:r>
            <a:endParaRPr/>
          </a:p>
        </p:txBody>
      </p:sp>
      <p:sp>
        <p:nvSpPr>
          <p:cNvPr id="206" name="Google Shape;206;p31"/>
          <p:cNvSpPr txBox="1"/>
          <p:nvPr>
            <p:ph idx="1" type="body"/>
          </p:nvPr>
        </p:nvSpPr>
        <p:spPr>
          <a:xfrm>
            <a:off x="132750" y="805300"/>
            <a:ext cx="2664000" cy="4057800"/>
          </a:xfrm>
          <a:prstGeom prst="rect">
            <a:avLst/>
          </a:prstGeom>
        </p:spPr>
        <p:txBody>
          <a:bodyPr anchorCtr="0" anchor="t" bIns="91425" lIns="91425" spcFirstLastPara="1" rIns="91425" wrap="square" tIns="91425">
            <a:normAutofit fontScale="85000"/>
          </a:bodyPr>
          <a:lstStyle/>
          <a:p>
            <a:pPr indent="0" lvl="0" marL="0" rtl="0" algn="l">
              <a:lnSpc>
                <a:spcPct val="200000"/>
              </a:lnSpc>
              <a:spcBef>
                <a:spcPts val="0"/>
              </a:spcBef>
              <a:spcAft>
                <a:spcPts val="0"/>
              </a:spcAft>
              <a:buNone/>
            </a:pPr>
            <a:r>
              <a:rPr lang="en" sz="1000">
                <a:latin typeface="Source Code Pro"/>
                <a:ea typeface="Source Code Pro"/>
                <a:cs typeface="Source Code Pro"/>
                <a:sym typeface="Source Code Pro"/>
              </a:rPr>
              <a:t>[Subject: Strange Logon Behavior]</a:t>
            </a:r>
            <a:endParaRPr sz="1000">
              <a:latin typeface="Source Code Pro"/>
              <a:ea typeface="Source Code Pro"/>
              <a:cs typeface="Source Code Pro"/>
              <a:sym typeface="Source Code Pro"/>
            </a:endParaRPr>
          </a:p>
          <a:p>
            <a:pPr indent="0" lvl="0" marL="0" rtl="0" algn="l">
              <a:lnSpc>
                <a:spcPct val="200000"/>
              </a:lnSpc>
              <a:spcBef>
                <a:spcPts val="500"/>
              </a:spcBef>
              <a:spcAft>
                <a:spcPts val="0"/>
              </a:spcAft>
              <a:buNone/>
            </a:pPr>
            <a:r>
              <a:rPr lang="en" sz="1000">
                <a:latin typeface="Source Code Pro"/>
                <a:ea typeface="Source Code Pro"/>
                <a:cs typeface="Source Code Pro"/>
                <a:sym typeface="Source Code Pro"/>
              </a:rPr>
              <a:t>Good morning </a:t>
            </a:r>
            <a:r>
              <a:rPr lang="en" sz="1000">
                <a:highlight>
                  <a:srgbClr val="000000"/>
                </a:highlight>
                <a:latin typeface="Source Code Pro"/>
                <a:ea typeface="Source Code Pro"/>
                <a:cs typeface="Source Code Pro"/>
                <a:sym typeface="Source Code Pro"/>
              </a:rPr>
              <a:t>[Name Name]</a:t>
            </a:r>
            <a:r>
              <a:rPr lang="en" sz="1000">
                <a:latin typeface="Source Code Pro"/>
                <a:ea typeface="Source Code Pro"/>
                <a:cs typeface="Source Code Pro"/>
                <a:sym typeface="Source Code Pro"/>
              </a:rPr>
              <a:t>,</a:t>
            </a:r>
            <a:endParaRPr sz="1000">
              <a:latin typeface="Source Code Pro"/>
              <a:ea typeface="Source Code Pro"/>
              <a:cs typeface="Source Code Pro"/>
              <a:sym typeface="Source Code Pro"/>
            </a:endParaRPr>
          </a:p>
          <a:p>
            <a:pPr indent="0" lvl="0" marL="0" rtl="0" algn="l">
              <a:lnSpc>
                <a:spcPct val="200000"/>
              </a:lnSpc>
              <a:spcBef>
                <a:spcPts val="500"/>
              </a:spcBef>
              <a:spcAft>
                <a:spcPts val="0"/>
              </a:spcAft>
              <a:buNone/>
            </a:pPr>
            <a:r>
              <a:rPr lang="en" sz="1000">
                <a:latin typeface="Source Code Pro"/>
                <a:ea typeface="Source Code Pro"/>
                <a:cs typeface="Source Code Pro"/>
                <a:sym typeface="Source Code Pro"/>
              </a:rPr>
              <a:t>This is the IT department. We received an alert last night informing us of some strange logon behaviour occurring between 12:00 AM and 2:00 AM on your account. We would like you to review the list of locations and devices logged in during that time frame and verify that they all belong to you. You can access the ticket containing the list below.</a:t>
            </a:r>
            <a:endParaRPr sz="1000">
              <a:latin typeface="Source Code Pro"/>
              <a:ea typeface="Source Code Pro"/>
              <a:cs typeface="Source Code Pro"/>
              <a:sym typeface="Source Code Pro"/>
            </a:endParaRPr>
          </a:p>
          <a:p>
            <a:pPr indent="0" lvl="0" marL="0" rtl="0" algn="l">
              <a:lnSpc>
                <a:spcPct val="200000"/>
              </a:lnSpc>
              <a:spcBef>
                <a:spcPts val="500"/>
              </a:spcBef>
              <a:spcAft>
                <a:spcPts val="500"/>
              </a:spcAft>
              <a:buNone/>
            </a:pPr>
            <a:r>
              <a:rPr lang="en" sz="1000">
                <a:highlight>
                  <a:srgbClr val="000000"/>
                </a:highlight>
                <a:latin typeface="Source Code Pro"/>
                <a:ea typeface="Source Code Pro"/>
                <a:cs typeface="Source Code Pro"/>
                <a:sym typeface="Source Code Pro"/>
              </a:rPr>
              <a:t>[a malicious link would go here and would be very long]</a:t>
            </a:r>
            <a:endParaRPr sz="1000">
              <a:latin typeface="Source Code Pro"/>
              <a:ea typeface="Source Code Pro"/>
              <a:cs typeface="Source Code Pro"/>
              <a:sym typeface="Source Code Pro"/>
            </a:endParaRPr>
          </a:p>
        </p:txBody>
      </p:sp>
      <p:sp>
        <p:nvSpPr>
          <p:cNvPr id="207" name="Google Shape;207;p31"/>
          <p:cNvSpPr txBox="1"/>
          <p:nvPr>
            <p:ph idx="2" type="title"/>
          </p:nvPr>
        </p:nvSpPr>
        <p:spPr>
          <a:xfrm>
            <a:off x="3301925" y="193600"/>
            <a:ext cx="2571000" cy="61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B9FB4"/>
                </a:solidFill>
              </a:rPr>
              <a:t>Script 2</a:t>
            </a:r>
            <a:endParaRPr>
              <a:solidFill>
                <a:srgbClr val="FB9FB4"/>
              </a:solidFill>
            </a:endParaRPr>
          </a:p>
        </p:txBody>
      </p:sp>
      <p:sp>
        <p:nvSpPr>
          <p:cNvPr id="208" name="Google Shape;208;p31"/>
          <p:cNvSpPr txBox="1"/>
          <p:nvPr>
            <p:ph idx="3" type="title"/>
          </p:nvPr>
        </p:nvSpPr>
        <p:spPr>
          <a:xfrm>
            <a:off x="6398025" y="193600"/>
            <a:ext cx="2571000" cy="61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Script 3</a:t>
            </a:r>
            <a:endParaRPr>
              <a:solidFill>
                <a:schemeClr val="lt1"/>
              </a:solidFill>
            </a:endParaRPr>
          </a:p>
        </p:txBody>
      </p:sp>
      <p:sp>
        <p:nvSpPr>
          <p:cNvPr id="209" name="Google Shape;209;p31"/>
          <p:cNvSpPr txBox="1"/>
          <p:nvPr>
            <p:ph idx="4" type="body"/>
          </p:nvPr>
        </p:nvSpPr>
        <p:spPr>
          <a:xfrm>
            <a:off x="3240000" y="805275"/>
            <a:ext cx="2664000" cy="40578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500"/>
              </a:spcAft>
              <a:buNone/>
            </a:pPr>
            <a:r>
              <a:rPr lang="en" sz="1000">
                <a:solidFill>
                  <a:srgbClr val="FB9FB4"/>
                </a:solidFill>
                <a:latin typeface="Source Code Pro"/>
                <a:ea typeface="Source Code Pro"/>
                <a:cs typeface="Source Code Pro"/>
                <a:sym typeface="Source Code Pro"/>
              </a:rPr>
              <a:t>This is </a:t>
            </a:r>
            <a:r>
              <a:rPr lang="en" sz="1000">
                <a:solidFill>
                  <a:srgbClr val="FB9FB4"/>
                </a:solidFill>
                <a:highlight>
                  <a:schemeClr val="dk1"/>
                </a:highlight>
                <a:latin typeface="Source Code Pro"/>
                <a:ea typeface="Source Code Pro"/>
                <a:cs typeface="Source Code Pro"/>
                <a:sym typeface="Source Code Pro"/>
              </a:rPr>
              <a:t>[executive name, title]</a:t>
            </a:r>
            <a:r>
              <a:rPr lang="en" sz="1000">
                <a:solidFill>
                  <a:srgbClr val="FB9FB4"/>
                </a:solidFill>
                <a:latin typeface="Source Code Pro"/>
                <a:ea typeface="Source Code Pro"/>
                <a:cs typeface="Source Code Pro"/>
                <a:sym typeface="Source Code Pro"/>
              </a:rPr>
              <a:t>. I am on my way to an emergency meeting and left my access key at home. Can you give me your login credentials so I can quickly pull up </a:t>
            </a:r>
            <a:r>
              <a:rPr lang="en" sz="1000">
                <a:solidFill>
                  <a:srgbClr val="FB9FB4"/>
                </a:solidFill>
                <a:highlight>
                  <a:schemeClr val="dk1"/>
                </a:highlight>
                <a:latin typeface="Source Code Pro"/>
                <a:ea typeface="Source Code Pro"/>
                <a:cs typeface="Source Code Pro"/>
                <a:sym typeface="Source Code Pro"/>
              </a:rPr>
              <a:t>[file]</a:t>
            </a:r>
            <a:r>
              <a:rPr lang="en" sz="1000">
                <a:solidFill>
                  <a:srgbClr val="FB9FB4"/>
                </a:solidFill>
                <a:latin typeface="Source Code Pro"/>
                <a:ea typeface="Source Code Pro"/>
                <a:cs typeface="Source Code Pro"/>
                <a:sym typeface="Source Code Pro"/>
              </a:rPr>
              <a:t>? You can reset your password immediately after if you’re concerned.</a:t>
            </a:r>
            <a:endParaRPr>
              <a:solidFill>
                <a:srgbClr val="FB9FB4"/>
              </a:solidFill>
            </a:endParaRPr>
          </a:p>
        </p:txBody>
      </p:sp>
      <p:sp>
        <p:nvSpPr>
          <p:cNvPr id="210" name="Google Shape;210;p31"/>
          <p:cNvSpPr txBox="1"/>
          <p:nvPr>
            <p:ph idx="5" type="body"/>
          </p:nvPr>
        </p:nvSpPr>
        <p:spPr>
          <a:xfrm>
            <a:off x="6351525" y="805275"/>
            <a:ext cx="2664000" cy="25866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500"/>
              </a:spcAft>
              <a:buNone/>
            </a:pPr>
            <a:r>
              <a:rPr lang="en" sz="1000">
                <a:solidFill>
                  <a:schemeClr val="lt1"/>
                </a:solidFill>
                <a:highlight>
                  <a:schemeClr val="lt1"/>
                </a:highlight>
                <a:latin typeface="Source Code Pro"/>
                <a:ea typeface="Source Code Pro"/>
                <a:cs typeface="Source Code Pro"/>
                <a:sym typeface="Source Code Pro"/>
              </a:rPr>
              <a:t>A soft, warm breeze blew through the trees, rustling the leaves gently. Birds chirped in the distance, and the sound of a distant bell rang out. People gathered in the park, chatting with each other and enjoying the peaceful sunny afternoon.</a:t>
            </a:r>
            <a:endParaRPr>
              <a:solidFill>
                <a:schemeClr val="lt1"/>
              </a:solidFill>
              <a:highlight>
                <a:schemeClr val="lt1"/>
              </a:highlight>
            </a:endParaRPr>
          </a:p>
        </p:txBody>
      </p:sp>
      <p:sp>
        <p:nvSpPr>
          <p:cNvPr id="211" name="Google Shape;211;p31"/>
          <p:cNvSpPr txBox="1"/>
          <p:nvPr>
            <p:ph idx="5" type="body"/>
          </p:nvPr>
        </p:nvSpPr>
        <p:spPr>
          <a:xfrm>
            <a:off x="6351525" y="3391875"/>
            <a:ext cx="2664000" cy="1626300"/>
          </a:xfrm>
          <a:prstGeom prst="rect">
            <a:avLst/>
          </a:prstGeom>
        </p:spPr>
        <p:txBody>
          <a:bodyPr anchorCtr="0" anchor="t" bIns="91425" lIns="91425" spcFirstLastPara="1" rIns="91425" wrap="square" tIns="91425">
            <a:normAutofit fontScale="62500" lnSpcReduction="10000"/>
          </a:bodyPr>
          <a:lstStyle/>
          <a:p>
            <a:pPr indent="0" lvl="0" marL="0" rtl="0" algn="l">
              <a:lnSpc>
                <a:spcPct val="200000"/>
              </a:lnSpc>
              <a:spcBef>
                <a:spcPts val="0"/>
              </a:spcBef>
              <a:spcAft>
                <a:spcPts val="500"/>
              </a:spcAft>
              <a:buNone/>
            </a:pPr>
            <a:r>
              <a:rPr lang="en" sz="1400">
                <a:solidFill>
                  <a:schemeClr val="lt1"/>
                </a:solidFill>
              </a:rPr>
              <a:t>Note: This script has been kept confidential to protect the integrity of our clients as it contains information pertaining to their specific operations. In brief, the caller pretends to be a client of our client and falsely requests their services in an urgent manner. The idea behind this message would be to distract our client and to divert or strain their resources.</a:t>
            </a:r>
            <a:endParaRPr sz="14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311700" y="1240275"/>
            <a:ext cx="8520600" cy="1981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32%</a:t>
            </a:r>
            <a:endParaRPr/>
          </a:p>
        </p:txBody>
      </p:sp>
      <p:sp>
        <p:nvSpPr>
          <p:cNvPr id="217" name="Google Shape;217;p32"/>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of employees fell for one of the scams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idx="2" type="body"/>
          </p:nvPr>
        </p:nvSpPr>
        <p:spPr>
          <a:xfrm>
            <a:off x="685450" y="2180950"/>
            <a:ext cx="3579600" cy="2385600"/>
          </a:xfrm>
          <a:prstGeom prst="rect">
            <a:avLst/>
          </a:prstGeom>
          <a:ln>
            <a:noFill/>
          </a:ln>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Char char="●"/>
            </a:pPr>
            <a:r>
              <a:rPr lang="en">
                <a:solidFill>
                  <a:srgbClr val="000000"/>
                </a:solidFill>
              </a:rPr>
              <a:t>Implement new policies for email and call filtering</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Specifically: DMARC</a:t>
            </a:r>
            <a:endParaRPr>
              <a:solidFill>
                <a:srgbClr val="000000"/>
              </a:solidFill>
            </a:endParaRPr>
          </a:p>
        </p:txBody>
      </p:sp>
      <p:sp>
        <p:nvSpPr>
          <p:cNvPr id="223" name="Google Shape;223;p33"/>
          <p:cNvSpPr txBox="1"/>
          <p:nvPr>
            <p:ph idx="1" type="subTitle"/>
          </p:nvPr>
        </p:nvSpPr>
        <p:spPr>
          <a:xfrm>
            <a:off x="685450" y="327300"/>
            <a:ext cx="5173200" cy="976500"/>
          </a:xfrm>
          <a:prstGeom prst="rect">
            <a:avLst/>
          </a:prstGeom>
        </p:spPr>
        <p:txBody>
          <a:bodyPr anchorCtr="0" anchor="ctr" bIns="0" lIns="0" spcFirstLastPara="1" rIns="0" wrap="square" tIns="0">
            <a:normAutofit fontScale="92500"/>
          </a:bodyPr>
          <a:lstStyle/>
          <a:p>
            <a:pPr indent="0" lvl="0" marL="0" rtl="0" algn="l">
              <a:spcBef>
                <a:spcPts val="0"/>
              </a:spcBef>
              <a:spcAft>
                <a:spcPts val="1200"/>
              </a:spcAft>
              <a:buNone/>
            </a:pPr>
            <a:r>
              <a:rPr lang="en"/>
              <a:t>Outcome &amp; Response</a:t>
            </a:r>
            <a:endParaRPr/>
          </a:p>
        </p:txBody>
      </p:sp>
      <p:sp>
        <p:nvSpPr>
          <p:cNvPr id="224" name="Google Shape;224;p33"/>
          <p:cNvSpPr txBox="1"/>
          <p:nvPr>
            <p:ph idx="3" type="body"/>
          </p:nvPr>
        </p:nvSpPr>
        <p:spPr>
          <a:xfrm>
            <a:off x="4601077" y="2180950"/>
            <a:ext cx="3579600" cy="2385600"/>
          </a:xfrm>
          <a:prstGeom prst="rect">
            <a:avLst/>
          </a:prstGeom>
          <a:ln>
            <a:noFill/>
          </a:ln>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Char char="●"/>
            </a:pPr>
            <a:r>
              <a:rPr lang="en">
                <a:solidFill>
                  <a:srgbClr val="000000"/>
                </a:solidFill>
              </a:rPr>
              <a:t>Implement extended training program, including…</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A confidential information overview</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An overview on maintaining integrity</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Fraud identification exercises</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Routine testing (this would continue on a monthly basis until &gt;80% of employees passed the test, at which point we would transition to a new training program)</a:t>
            </a:r>
            <a:endParaRPr>
              <a:solidFill>
                <a:srgbClr val="000000"/>
              </a:solidFill>
            </a:endParaRPr>
          </a:p>
          <a:p>
            <a:pPr indent="-298450" lvl="1" marL="914400" rtl="0" algn="l">
              <a:spcBef>
                <a:spcPts val="0"/>
              </a:spcBef>
              <a:spcAft>
                <a:spcPts val="0"/>
              </a:spcAft>
              <a:buClr>
                <a:srgbClr val="000000"/>
              </a:buClr>
              <a:buSzPts val="1100"/>
              <a:buChar char="○"/>
            </a:pPr>
            <a:r>
              <a:rPr lang="en">
                <a:solidFill>
                  <a:srgbClr val="000000"/>
                </a:solidFill>
              </a:rPr>
              <a:t>A thorough review, analysis, and potential refactoring of company policies on information sharing and distribution</a:t>
            </a:r>
            <a:endParaRPr>
              <a:solidFill>
                <a:srgbClr val="000000"/>
              </a:solidFill>
            </a:endParaRPr>
          </a:p>
        </p:txBody>
      </p:sp>
      <p:sp>
        <p:nvSpPr>
          <p:cNvPr id="225" name="Google Shape;225;p33"/>
          <p:cNvSpPr txBox="1"/>
          <p:nvPr>
            <p:ph idx="2" type="body"/>
          </p:nvPr>
        </p:nvSpPr>
        <p:spPr>
          <a:xfrm>
            <a:off x="685450" y="1771750"/>
            <a:ext cx="3579600" cy="333000"/>
          </a:xfrm>
          <a:prstGeom prst="rect">
            <a:avLst/>
          </a:prstGeom>
          <a:ln>
            <a:noFill/>
          </a:ln>
        </p:spPr>
        <p:txBody>
          <a:bodyPr anchorCtr="0" anchor="ctr" bIns="91425" lIns="91425" spcFirstLastPara="1" rIns="91425" wrap="square" tIns="91425">
            <a:noAutofit/>
          </a:bodyPr>
          <a:lstStyle/>
          <a:p>
            <a:pPr indent="0" lvl="0" marL="0" rtl="0" algn="l">
              <a:lnSpc>
                <a:spcPct val="95000"/>
              </a:lnSpc>
              <a:spcBef>
                <a:spcPts val="0"/>
              </a:spcBef>
              <a:spcAft>
                <a:spcPts val="1200"/>
              </a:spcAft>
              <a:buSzPts val="1018"/>
              <a:buNone/>
            </a:pPr>
            <a:r>
              <a:rPr lang="en" sz="1417">
                <a:solidFill>
                  <a:srgbClr val="000000"/>
                </a:solidFill>
              </a:rPr>
              <a:t>In the case of poor external risk protection policies…</a:t>
            </a:r>
            <a:endParaRPr sz="1417">
              <a:solidFill>
                <a:srgbClr val="000000"/>
              </a:solidFill>
            </a:endParaRPr>
          </a:p>
        </p:txBody>
      </p:sp>
      <p:sp>
        <p:nvSpPr>
          <p:cNvPr id="226" name="Google Shape;226;p33"/>
          <p:cNvSpPr txBox="1"/>
          <p:nvPr>
            <p:ph idx="3" type="body"/>
          </p:nvPr>
        </p:nvSpPr>
        <p:spPr>
          <a:xfrm>
            <a:off x="4601076" y="1771750"/>
            <a:ext cx="3579600" cy="333000"/>
          </a:xfrm>
          <a:prstGeom prst="rect">
            <a:avLst/>
          </a:prstGeom>
          <a:ln>
            <a:noFill/>
          </a:ln>
        </p:spPr>
        <p:txBody>
          <a:bodyPr anchorCtr="0" anchor="ctr" bIns="91425" lIns="91425" spcFirstLastPara="1" rIns="91425" wrap="square" tIns="91425">
            <a:noAutofit/>
          </a:bodyPr>
          <a:lstStyle/>
          <a:p>
            <a:pPr indent="0" lvl="0" marL="0" rtl="0" algn="l">
              <a:lnSpc>
                <a:spcPct val="95000"/>
              </a:lnSpc>
              <a:spcBef>
                <a:spcPts val="0"/>
              </a:spcBef>
              <a:spcAft>
                <a:spcPts val="1200"/>
              </a:spcAft>
              <a:buSzPts val="1018"/>
              <a:buNone/>
            </a:pPr>
            <a:r>
              <a:rPr lang="en" sz="1417">
                <a:solidFill>
                  <a:srgbClr val="000000"/>
                </a:solidFill>
              </a:rPr>
              <a:t>In the case of poor employee training…</a:t>
            </a:r>
            <a:endParaRPr sz="1417">
              <a:solidFill>
                <a:srgbClr val="000000"/>
              </a:solidFill>
            </a:endParaRPr>
          </a:p>
        </p:txBody>
      </p:sp>
      <p:pic>
        <p:nvPicPr>
          <p:cNvPr id="227" name="Google Shape;227;p33"/>
          <p:cNvPicPr preferRelativeResize="0"/>
          <p:nvPr/>
        </p:nvPicPr>
        <p:blipFill rotWithShape="1">
          <a:blip r:embed="rId3">
            <a:alphaModFix/>
          </a:blip>
          <a:srcRect b="9210" l="0" r="0" t="14604"/>
          <a:stretch/>
        </p:blipFill>
        <p:spPr>
          <a:xfrm>
            <a:off x="685450" y="3011715"/>
            <a:ext cx="3579600" cy="16362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idx="1" type="body"/>
          </p:nvPr>
        </p:nvSpPr>
        <p:spPr>
          <a:xfrm>
            <a:off x="3918400" y="3680775"/>
            <a:ext cx="1294800" cy="100200"/>
          </a:xfrm>
          <a:prstGeom prst="rect">
            <a:avLst/>
          </a:prstGeom>
        </p:spPr>
        <p:txBody>
          <a:bodyPr anchorCtr="0" anchor="t" bIns="0" lIns="0" spcFirstLastPara="1" rIns="0" wrap="square" tIns="0">
            <a:normAutofit fontScale="92500"/>
          </a:bodyPr>
          <a:lstStyle/>
          <a:p>
            <a:pPr indent="0" lvl="0" marL="0" rtl="0" algn="l">
              <a:spcBef>
                <a:spcPts val="0"/>
              </a:spcBef>
              <a:spcAft>
                <a:spcPts val="1200"/>
              </a:spcAft>
              <a:buNone/>
            </a:pPr>
            <a:r>
              <a:rPr lang="en">
                <a:solidFill>
                  <a:schemeClr val="dk1"/>
                </a:solidFill>
              </a:rPr>
              <a:t>Sender Policy Framework</a:t>
            </a:r>
            <a:endParaRPr>
              <a:solidFill>
                <a:schemeClr val="dk1"/>
              </a:solidFill>
            </a:endParaRPr>
          </a:p>
        </p:txBody>
      </p:sp>
      <p:sp>
        <p:nvSpPr>
          <p:cNvPr id="233" name="Google Shape;233;p34"/>
          <p:cNvSpPr txBox="1"/>
          <p:nvPr>
            <p:ph idx="2" type="body"/>
          </p:nvPr>
        </p:nvSpPr>
        <p:spPr>
          <a:xfrm>
            <a:off x="3918400" y="3780825"/>
            <a:ext cx="1294800" cy="710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List of authorized IP addresses for sending emails</a:t>
            </a:r>
            <a:endParaRPr/>
          </a:p>
          <a:p>
            <a:pPr indent="0" lvl="0" marL="0" rtl="0" algn="l">
              <a:spcBef>
                <a:spcPts val="1200"/>
              </a:spcBef>
              <a:spcAft>
                <a:spcPts val="1200"/>
              </a:spcAft>
              <a:buNone/>
            </a:pPr>
            <a:r>
              <a:rPr lang="en"/>
              <a:t>Recipient server checks SPF record to verify</a:t>
            </a:r>
            <a:endParaRPr/>
          </a:p>
        </p:txBody>
      </p:sp>
      <p:sp>
        <p:nvSpPr>
          <p:cNvPr id="234" name="Google Shape;234;p34"/>
          <p:cNvSpPr txBox="1"/>
          <p:nvPr>
            <p:ph idx="3" type="body"/>
          </p:nvPr>
        </p:nvSpPr>
        <p:spPr>
          <a:xfrm>
            <a:off x="7044450" y="3680780"/>
            <a:ext cx="1294800" cy="333900"/>
          </a:xfrm>
          <a:prstGeom prst="rect">
            <a:avLst/>
          </a:prstGeom>
        </p:spPr>
        <p:txBody>
          <a:bodyPr anchorCtr="0" anchor="t" bIns="0" lIns="0" spcFirstLastPara="1" rIns="0" wrap="square" tIns="0">
            <a:normAutofit lnSpcReduction="10000"/>
          </a:bodyPr>
          <a:lstStyle/>
          <a:p>
            <a:pPr indent="0" lvl="0" marL="0" rtl="0" algn="l">
              <a:spcBef>
                <a:spcPts val="0"/>
              </a:spcBef>
              <a:spcAft>
                <a:spcPts val="1200"/>
              </a:spcAft>
              <a:buNone/>
            </a:pPr>
            <a:r>
              <a:rPr lang="en">
                <a:solidFill>
                  <a:schemeClr val="dk1"/>
                </a:solidFill>
              </a:rPr>
              <a:t>Domain-based Message Authentication, Reporting, and Conformance</a:t>
            </a:r>
            <a:endParaRPr>
              <a:solidFill>
                <a:schemeClr val="dk1"/>
              </a:solidFill>
            </a:endParaRPr>
          </a:p>
        </p:txBody>
      </p:sp>
      <p:sp>
        <p:nvSpPr>
          <p:cNvPr id="235" name="Google Shape;235;p34"/>
          <p:cNvSpPr txBox="1"/>
          <p:nvPr>
            <p:ph idx="4" type="body"/>
          </p:nvPr>
        </p:nvSpPr>
        <p:spPr>
          <a:xfrm>
            <a:off x="7044450" y="4032425"/>
            <a:ext cx="1294800" cy="458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Combines SPF and DKIM and specifies how to handle failures</a:t>
            </a:r>
            <a:endParaRPr/>
          </a:p>
        </p:txBody>
      </p:sp>
      <p:sp>
        <p:nvSpPr>
          <p:cNvPr id="236" name="Google Shape;236;p34"/>
          <p:cNvSpPr/>
          <p:nvPr>
            <p:ph idx="5" type="pic"/>
          </p:nvPr>
        </p:nvSpPr>
        <p:spPr>
          <a:xfrm>
            <a:off x="7049625" y="1588125"/>
            <a:ext cx="1305900" cy="1918500"/>
          </a:xfrm>
          <a:prstGeom prst="roundRect">
            <a:avLst>
              <a:gd fmla="val 16667" name="adj"/>
            </a:avLst>
          </a:prstGeom>
        </p:spPr>
      </p:sp>
      <p:sp>
        <p:nvSpPr>
          <p:cNvPr id="237" name="Google Shape;237;p34"/>
          <p:cNvSpPr/>
          <p:nvPr>
            <p:ph idx="6" type="pic"/>
          </p:nvPr>
        </p:nvSpPr>
        <p:spPr>
          <a:xfrm>
            <a:off x="3915213" y="1588600"/>
            <a:ext cx="1305900" cy="1918500"/>
          </a:xfrm>
          <a:prstGeom prst="roundRect">
            <a:avLst>
              <a:gd fmla="val 16667" name="adj"/>
            </a:avLst>
          </a:prstGeom>
        </p:spPr>
      </p:sp>
      <p:sp>
        <p:nvSpPr>
          <p:cNvPr id="238" name="Google Shape;238;p34"/>
          <p:cNvSpPr/>
          <p:nvPr>
            <p:ph idx="7" type="pic"/>
          </p:nvPr>
        </p:nvSpPr>
        <p:spPr>
          <a:xfrm>
            <a:off x="5490975" y="1588600"/>
            <a:ext cx="1305900" cy="1918500"/>
          </a:xfrm>
          <a:prstGeom prst="roundRect">
            <a:avLst>
              <a:gd fmla="val 16667" name="adj"/>
            </a:avLst>
          </a:prstGeom>
        </p:spPr>
      </p:sp>
      <p:sp>
        <p:nvSpPr>
          <p:cNvPr id="239" name="Google Shape;239;p34"/>
          <p:cNvSpPr txBox="1"/>
          <p:nvPr>
            <p:ph idx="8" type="subTitle"/>
          </p:nvPr>
        </p:nvSpPr>
        <p:spPr>
          <a:xfrm>
            <a:off x="3918800" y="1034575"/>
            <a:ext cx="1307100" cy="5541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SPF</a:t>
            </a:r>
            <a:endParaRPr>
              <a:solidFill>
                <a:schemeClr val="dk1"/>
              </a:solidFill>
            </a:endParaRPr>
          </a:p>
        </p:txBody>
      </p:sp>
      <p:sp>
        <p:nvSpPr>
          <p:cNvPr id="240" name="Google Shape;240;p34"/>
          <p:cNvSpPr txBox="1"/>
          <p:nvPr>
            <p:ph idx="9" type="subTitle"/>
          </p:nvPr>
        </p:nvSpPr>
        <p:spPr>
          <a:xfrm>
            <a:off x="5484775" y="1034575"/>
            <a:ext cx="1307100" cy="5541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DKIM</a:t>
            </a:r>
            <a:endParaRPr>
              <a:solidFill>
                <a:schemeClr val="dk1"/>
              </a:solidFill>
            </a:endParaRPr>
          </a:p>
        </p:txBody>
      </p:sp>
      <p:sp>
        <p:nvSpPr>
          <p:cNvPr id="241" name="Google Shape;241;p34"/>
          <p:cNvSpPr txBox="1"/>
          <p:nvPr>
            <p:ph idx="13" type="subTitle"/>
          </p:nvPr>
        </p:nvSpPr>
        <p:spPr>
          <a:xfrm>
            <a:off x="7050750" y="1032775"/>
            <a:ext cx="1557900" cy="5541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DMARC</a:t>
            </a:r>
            <a:endParaRPr>
              <a:solidFill>
                <a:schemeClr val="dk1"/>
              </a:solidFill>
            </a:endParaRPr>
          </a:p>
        </p:txBody>
      </p:sp>
      <p:sp>
        <p:nvSpPr>
          <p:cNvPr id="242" name="Google Shape;242;p34"/>
          <p:cNvSpPr txBox="1"/>
          <p:nvPr>
            <p:ph idx="14" type="body"/>
          </p:nvPr>
        </p:nvSpPr>
        <p:spPr>
          <a:xfrm>
            <a:off x="507400" y="1085100"/>
            <a:ext cx="2136300" cy="29733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sz="3000">
                <a:latin typeface="Barlow Condensed"/>
                <a:ea typeface="Barlow Condensed"/>
                <a:cs typeface="Barlow Condensed"/>
                <a:sym typeface="Barlow Condensed"/>
              </a:rPr>
              <a:t>What are SPF, DKIM, and DMARC?</a:t>
            </a:r>
            <a:endParaRPr b="1" sz="3000">
              <a:latin typeface="Barlow Condensed"/>
              <a:ea typeface="Barlow Condensed"/>
              <a:cs typeface="Barlow Condensed"/>
              <a:sym typeface="Barlow Condensed"/>
            </a:endParaRPr>
          </a:p>
        </p:txBody>
      </p:sp>
      <p:sp>
        <p:nvSpPr>
          <p:cNvPr id="243" name="Google Shape;243;p34"/>
          <p:cNvSpPr txBox="1"/>
          <p:nvPr>
            <p:ph idx="15" type="body"/>
          </p:nvPr>
        </p:nvSpPr>
        <p:spPr>
          <a:xfrm>
            <a:off x="5481425" y="3680775"/>
            <a:ext cx="1294800" cy="100200"/>
          </a:xfrm>
          <a:prstGeom prst="rect">
            <a:avLst/>
          </a:prstGeom>
        </p:spPr>
        <p:txBody>
          <a:bodyPr anchorCtr="0" anchor="t" bIns="0" lIns="0" spcFirstLastPara="1" rIns="0" wrap="square" tIns="0">
            <a:normAutofit fontScale="92500"/>
          </a:bodyPr>
          <a:lstStyle/>
          <a:p>
            <a:pPr indent="0" lvl="0" marL="0" rtl="0" algn="l">
              <a:spcBef>
                <a:spcPts val="0"/>
              </a:spcBef>
              <a:spcAft>
                <a:spcPts val="1200"/>
              </a:spcAft>
              <a:buNone/>
            </a:pPr>
            <a:r>
              <a:rPr lang="en">
                <a:solidFill>
                  <a:schemeClr val="dk1"/>
                </a:solidFill>
              </a:rPr>
              <a:t>DomainKeys Identified Mail</a:t>
            </a:r>
            <a:endParaRPr>
              <a:solidFill>
                <a:schemeClr val="dk1"/>
              </a:solidFill>
            </a:endParaRPr>
          </a:p>
        </p:txBody>
      </p:sp>
      <p:sp>
        <p:nvSpPr>
          <p:cNvPr id="244" name="Google Shape;244;p34"/>
          <p:cNvSpPr txBox="1"/>
          <p:nvPr>
            <p:ph idx="16" type="body"/>
          </p:nvPr>
        </p:nvSpPr>
        <p:spPr>
          <a:xfrm>
            <a:off x="5481425" y="3780825"/>
            <a:ext cx="1294800" cy="710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Adds cryptographic signature to messages to verify</a:t>
            </a:r>
            <a:endParaRPr/>
          </a:p>
          <a:p>
            <a:pPr indent="0" lvl="0" marL="0" rtl="0" algn="l">
              <a:spcBef>
                <a:spcPts val="1200"/>
              </a:spcBef>
              <a:spcAft>
                <a:spcPts val="1200"/>
              </a:spcAft>
              <a:buNone/>
            </a:pPr>
            <a:r>
              <a:rPr lang="en"/>
              <a:t>Public key is verified by the recipient server</a:t>
            </a:r>
            <a:endParaRPr/>
          </a:p>
        </p:txBody>
      </p:sp>
      <p:pic>
        <p:nvPicPr>
          <p:cNvPr id="245" name="Google Shape;245;p34"/>
          <p:cNvPicPr preferRelativeResize="0"/>
          <p:nvPr>
            <p:ph idx="5" type="pic"/>
          </p:nvPr>
        </p:nvPicPr>
        <p:blipFill rotWithShape="1">
          <a:blip r:embed="rId3">
            <a:alphaModFix/>
          </a:blip>
          <a:srcRect b="8747" l="54266" r="16547" t="19788"/>
          <a:stretch/>
        </p:blipFill>
        <p:spPr>
          <a:xfrm>
            <a:off x="7049625" y="1588125"/>
            <a:ext cx="1305900" cy="1918500"/>
          </a:xfrm>
          <a:prstGeom prst="roundRect">
            <a:avLst>
              <a:gd fmla="val 16667" name="adj"/>
            </a:avLst>
          </a:prstGeom>
        </p:spPr>
      </p:pic>
      <p:pic>
        <p:nvPicPr>
          <p:cNvPr id="246" name="Google Shape;246;p34"/>
          <p:cNvPicPr preferRelativeResize="0"/>
          <p:nvPr>
            <p:ph idx="6" type="pic"/>
          </p:nvPr>
        </p:nvPicPr>
        <p:blipFill rotWithShape="1">
          <a:blip r:embed="rId4">
            <a:alphaModFix/>
          </a:blip>
          <a:srcRect b="14342" l="18843" r="53586" t="18162"/>
          <a:stretch/>
        </p:blipFill>
        <p:spPr>
          <a:xfrm>
            <a:off x="3915213" y="1588600"/>
            <a:ext cx="1305900" cy="1918500"/>
          </a:xfrm>
          <a:prstGeom prst="roundRect">
            <a:avLst>
              <a:gd fmla="val 16667" name="adj"/>
            </a:avLst>
          </a:prstGeom>
        </p:spPr>
      </p:pic>
      <p:pic>
        <p:nvPicPr>
          <p:cNvPr id="247" name="Google Shape;247;p34"/>
          <p:cNvPicPr preferRelativeResize="0"/>
          <p:nvPr>
            <p:ph idx="7" type="pic"/>
          </p:nvPr>
        </p:nvPicPr>
        <p:blipFill rotWithShape="1">
          <a:blip r:embed="rId5">
            <a:alphaModFix/>
          </a:blip>
          <a:srcRect b="36894" l="54654" r="26979" t="18467"/>
          <a:stretch/>
        </p:blipFill>
        <p:spPr>
          <a:xfrm>
            <a:off x="5481425" y="1588675"/>
            <a:ext cx="1315500" cy="1918500"/>
          </a:xfrm>
          <a:prstGeom prst="roundRect">
            <a:avLst>
              <a:gd fmla="val 16667" name="adj"/>
            </a:avLst>
          </a:prstGeom>
        </p:spPr>
      </p:pic>
      <p:sp>
        <p:nvSpPr>
          <p:cNvPr id="248" name="Google Shape;248;p34"/>
          <p:cNvSpPr txBox="1"/>
          <p:nvPr/>
        </p:nvSpPr>
        <p:spPr>
          <a:xfrm>
            <a:off x="4940600" y="4708300"/>
            <a:ext cx="4096500" cy="139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solidFill>
                  <a:schemeClr val="lt1"/>
                </a:solidFill>
                <a:latin typeface="Barlow Condensed Light"/>
                <a:ea typeface="Barlow Condensed Light"/>
                <a:cs typeface="Barlow Condensed Light"/>
                <a:sym typeface="Barlow Condensed Light"/>
              </a:rPr>
              <a:t>https://www.showwcase.com/article/18431/ultimate-guide-to-email-authentication</a:t>
            </a:r>
            <a:endParaRPr sz="800">
              <a:solidFill>
                <a:schemeClr val="lt1"/>
              </a:solidFill>
              <a:latin typeface="Barlow Condensed Light"/>
              <a:ea typeface="Barlow Condensed Light"/>
              <a:cs typeface="Barlow Condensed Light"/>
              <a:sym typeface="Barlow Condensed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Network Security Tests</a:t>
            </a:r>
            <a:endParaRPr/>
          </a:p>
        </p:txBody>
      </p:sp>
      <p:sp>
        <p:nvSpPr>
          <p:cNvPr id="254" name="Google Shape;254;p35"/>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03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265500" y="724200"/>
            <a:ext cx="4045200" cy="2067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External Domain Review</a:t>
            </a:r>
            <a:endParaRPr/>
          </a:p>
        </p:txBody>
      </p:sp>
      <p:sp>
        <p:nvSpPr>
          <p:cNvPr id="260" name="Google Shape;260;p36"/>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Network Security Test 1</a:t>
            </a:r>
            <a:endParaRPr/>
          </a:p>
        </p:txBody>
      </p:sp>
      <p:sp>
        <p:nvSpPr>
          <p:cNvPr id="261" name="Google Shape;261;p3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Brief audit of public-facing website</a:t>
            </a:r>
            <a:endParaRPr/>
          </a:p>
          <a:p>
            <a:pPr indent="-342900" lvl="0" marL="457200" rtl="0" algn="l">
              <a:spcBef>
                <a:spcPts val="0"/>
              </a:spcBef>
              <a:spcAft>
                <a:spcPts val="0"/>
              </a:spcAft>
              <a:buSzPts val="1800"/>
              <a:buChar char="●"/>
            </a:pPr>
            <a:r>
              <a:rPr lang="en"/>
              <a:t>Focused on internal domains</a:t>
            </a:r>
            <a:endParaRPr/>
          </a:p>
          <a:p>
            <a:pPr indent="-342900" lvl="0" marL="457200" rtl="0" algn="l">
              <a:spcBef>
                <a:spcPts val="0"/>
              </a:spcBef>
              <a:spcAft>
                <a:spcPts val="0"/>
              </a:spcAft>
              <a:buSzPts val="1800"/>
              <a:buChar char="●"/>
            </a:pPr>
            <a:r>
              <a:rPr lang="en"/>
              <a:t>Worked with client’s executive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idx="2" type="body"/>
          </p:nvPr>
        </p:nvSpPr>
        <p:spPr>
          <a:xfrm>
            <a:off x="378325" y="2488407"/>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rgbClr val="434343"/>
                </a:solidFill>
                <a:latin typeface="Arial"/>
                <a:ea typeface="Arial"/>
                <a:cs typeface="Arial"/>
                <a:sym typeface="Arial"/>
              </a:rPr>
              <a:t>Power Continuity</a:t>
            </a:r>
            <a:endParaRPr>
              <a:solidFill>
                <a:srgbClr val="434343"/>
              </a:solidFill>
            </a:endParaRPr>
          </a:p>
        </p:txBody>
      </p:sp>
      <p:sp>
        <p:nvSpPr>
          <p:cNvPr id="267" name="Google Shape;267;p37"/>
          <p:cNvSpPr txBox="1"/>
          <p:nvPr>
            <p:ph idx="2" type="body"/>
          </p:nvPr>
        </p:nvSpPr>
        <p:spPr>
          <a:xfrm>
            <a:off x="378325" y="2029916"/>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rgbClr val="434343"/>
                </a:solidFill>
                <a:latin typeface="Arial"/>
                <a:ea typeface="Arial"/>
                <a:cs typeface="Arial"/>
                <a:sym typeface="Arial"/>
              </a:rPr>
              <a:t>Geographical Diversity</a:t>
            </a:r>
            <a:endParaRPr>
              <a:solidFill>
                <a:srgbClr val="434343"/>
              </a:solidFill>
            </a:endParaRPr>
          </a:p>
        </p:txBody>
      </p:sp>
      <p:sp>
        <p:nvSpPr>
          <p:cNvPr id="268" name="Google Shape;268;p37"/>
          <p:cNvSpPr txBox="1"/>
          <p:nvPr>
            <p:ph idx="2" type="body"/>
          </p:nvPr>
        </p:nvSpPr>
        <p:spPr>
          <a:xfrm>
            <a:off x="378325" y="3836451"/>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rgbClr val="434343"/>
                </a:solidFill>
                <a:latin typeface="Arial"/>
                <a:ea typeface="Arial"/>
                <a:cs typeface="Arial"/>
                <a:sym typeface="Arial"/>
              </a:rPr>
              <a:t>Resource Records Time-to-Live</a:t>
            </a:r>
            <a:endParaRPr>
              <a:solidFill>
                <a:srgbClr val="434343"/>
              </a:solidFill>
            </a:endParaRPr>
          </a:p>
        </p:txBody>
      </p:sp>
      <p:sp>
        <p:nvSpPr>
          <p:cNvPr id="269" name="Google Shape;269;p37"/>
          <p:cNvSpPr txBox="1"/>
          <p:nvPr>
            <p:ph type="title"/>
          </p:nvPr>
        </p:nvSpPr>
        <p:spPr>
          <a:xfrm>
            <a:off x="265500" y="167600"/>
            <a:ext cx="4045200" cy="76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020"/>
              <a:t>Tested Categories</a:t>
            </a:r>
            <a:endParaRPr sz="3020"/>
          </a:p>
        </p:txBody>
      </p:sp>
      <p:sp>
        <p:nvSpPr>
          <p:cNvPr id="270" name="Google Shape;270;p37"/>
          <p:cNvSpPr txBox="1"/>
          <p:nvPr>
            <p:ph idx="2" type="body"/>
          </p:nvPr>
        </p:nvSpPr>
        <p:spPr>
          <a:xfrm>
            <a:off x="378325" y="1037675"/>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DNSSEC Policy and/or Practice Statement</a:t>
            </a:r>
            <a:endParaRPr sz="1100">
              <a:solidFill>
                <a:schemeClr val="lt1"/>
              </a:solidFill>
              <a:latin typeface="Arial"/>
              <a:ea typeface="Arial"/>
              <a:cs typeface="Arial"/>
              <a:sym typeface="Arial"/>
            </a:endParaRPr>
          </a:p>
        </p:txBody>
      </p:sp>
      <p:sp>
        <p:nvSpPr>
          <p:cNvPr id="271" name="Google Shape;271;p37"/>
          <p:cNvSpPr txBox="1"/>
          <p:nvPr>
            <p:ph idx="2" type="body"/>
          </p:nvPr>
        </p:nvSpPr>
        <p:spPr>
          <a:xfrm>
            <a:off x="378325" y="1544057"/>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Incident Response Procedures</a:t>
            </a:r>
            <a:endParaRPr>
              <a:solidFill>
                <a:schemeClr val="lt1"/>
              </a:solidFill>
            </a:endParaRPr>
          </a:p>
        </p:txBody>
      </p:sp>
      <p:sp>
        <p:nvSpPr>
          <p:cNvPr id="272" name="Google Shape;272;p37"/>
          <p:cNvSpPr txBox="1"/>
          <p:nvPr>
            <p:ph idx="2" type="body"/>
          </p:nvPr>
        </p:nvSpPr>
        <p:spPr>
          <a:xfrm>
            <a:off x="378325" y="2029916"/>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Geographical Diversity</a:t>
            </a:r>
            <a:endParaRPr>
              <a:solidFill>
                <a:schemeClr val="lt1"/>
              </a:solidFill>
            </a:endParaRPr>
          </a:p>
        </p:txBody>
      </p:sp>
      <p:sp>
        <p:nvSpPr>
          <p:cNvPr id="273" name="Google Shape;273;p37"/>
          <p:cNvSpPr txBox="1"/>
          <p:nvPr>
            <p:ph idx="2" type="body"/>
          </p:nvPr>
        </p:nvSpPr>
        <p:spPr>
          <a:xfrm>
            <a:off x="378325" y="2488382"/>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Power Continuity</a:t>
            </a:r>
            <a:endParaRPr>
              <a:solidFill>
                <a:schemeClr val="lt1"/>
              </a:solidFill>
            </a:endParaRPr>
          </a:p>
        </p:txBody>
      </p:sp>
      <p:sp>
        <p:nvSpPr>
          <p:cNvPr id="274" name="Google Shape;274;p37"/>
          <p:cNvSpPr txBox="1"/>
          <p:nvPr>
            <p:ph idx="2" type="body"/>
          </p:nvPr>
        </p:nvSpPr>
        <p:spPr>
          <a:xfrm>
            <a:off x="378325" y="2946870"/>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Trusted Roles</a:t>
            </a:r>
            <a:endParaRPr>
              <a:solidFill>
                <a:schemeClr val="lt1"/>
              </a:solidFill>
            </a:endParaRPr>
          </a:p>
        </p:txBody>
      </p:sp>
      <p:sp>
        <p:nvSpPr>
          <p:cNvPr id="275" name="Google Shape;275;p37"/>
          <p:cNvSpPr txBox="1"/>
          <p:nvPr>
            <p:ph idx="2" type="body"/>
          </p:nvPr>
        </p:nvSpPr>
        <p:spPr>
          <a:xfrm>
            <a:off x="378325" y="3398509"/>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Secure DNS Instances</a:t>
            </a:r>
            <a:endParaRPr>
              <a:solidFill>
                <a:schemeClr val="lt1"/>
              </a:solidFill>
            </a:endParaRPr>
          </a:p>
        </p:txBody>
      </p:sp>
      <p:sp>
        <p:nvSpPr>
          <p:cNvPr id="276" name="Google Shape;276;p37"/>
          <p:cNvSpPr txBox="1"/>
          <p:nvPr>
            <p:ph idx="2" type="body"/>
          </p:nvPr>
        </p:nvSpPr>
        <p:spPr>
          <a:xfrm>
            <a:off x="378325" y="3836451"/>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1100">
                <a:solidFill>
                  <a:schemeClr val="lt1"/>
                </a:solidFill>
                <a:latin typeface="Arial"/>
                <a:ea typeface="Arial"/>
                <a:cs typeface="Arial"/>
                <a:sym typeface="Arial"/>
              </a:rPr>
              <a:t>Resource Records Time-to-Live</a:t>
            </a:r>
            <a:endParaRPr>
              <a:solidFill>
                <a:schemeClr val="lt1"/>
              </a:solidFill>
            </a:endParaRPr>
          </a:p>
        </p:txBody>
      </p:sp>
      <p:sp>
        <p:nvSpPr>
          <p:cNvPr id="277" name="Google Shape;277;p37"/>
          <p:cNvSpPr txBox="1"/>
          <p:nvPr>
            <p:ph idx="2" type="body"/>
          </p:nvPr>
        </p:nvSpPr>
        <p:spPr>
          <a:xfrm>
            <a:off x="4800100" y="549800"/>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b="1" lang="en" sz="1100">
                <a:latin typeface="Arial"/>
                <a:ea typeface="Arial"/>
                <a:cs typeface="Arial"/>
                <a:sym typeface="Arial"/>
              </a:rPr>
              <a:t>DNSSEC Policy and/or Practice Statement</a:t>
            </a:r>
            <a:endParaRPr b="1" sz="1100">
              <a:latin typeface="Arial"/>
              <a:ea typeface="Arial"/>
              <a:cs typeface="Arial"/>
              <a:sym typeface="Arial"/>
            </a:endParaRPr>
          </a:p>
        </p:txBody>
      </p:sp>
      <p:sp>
        <p:nvSpPr>
          <p:cNvPr id="278" name="Google Shape;278;p37"/>
          <p:cNvSpPr txBox="1"/>
          <p:nvPr>
            <p:ph idx="2" type="body"/>
          </p:nvPr>
        </p:nvSpPr>
        <p:spPr>
          <a:xfrm>
            <a:off x="4800100" y="1519953"/>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b="1" lang="en" sz="1100">
                <a:latin typeface="Arial"/>
                <a:ea typeface="Arial"/>
                <a:cs typeface="Arial"/>
                <a:sym typeface="Arial"/>
              </a:rPr>
              <a:t>Incident Response Procedures</a:t>
            </a:r>
            <a:endParaRPr b="1">
              <a:latin typeface="Barlow Condensed"/>
              <a:ea typeface="Barlow Condensed"/>
              <a:cs typeface="Barlow Condensed"/>
              <a:sym typeface="Barlow Condensed"/>
            </a:endParaRPr>
          </a:p>
        </p:txBody>
      </p:sp>
      <p:sp>
        <p:nvSpPr>
          <p:cNvPr id="279" name="Google Shape;279;p37"/>
          <p:cNvSpPr txBox="1"/>
          <p:nvPr>
            <p:ph idx="2" type="body"/>
          </p:nvPr>
        </p:nvSpPr>
        <p:spPr>
          <a:xfrm>
            <a:off x="4800100" y="2490106"/>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b="1" lang="en" sz="1100">
                <a:latin typeface="Arial"/>
                <a:ea typeface="Arial"/>
                <a:cs typeface="Arial"/>
                <a:sym typeface="Arial"/>
              </a:rPr>
              <a:t>Trusted Roles</a:t>
            </a:r>
            <a:endParaRPr b="1">
              <a:latin typeface="Barlow Condensed"/>
              <a:ea typeface="Barlow Condensed"/>
              <a:cs typeface="Barlow Condensed"/>
              <a:sym typeface="Barlow Condensed"/>
            </a:endParaRPr>
          </a:p>
        </p:txBody>
      </p:sp>
      <p:sp>
        <p:nvSpPr>
          <p:cNvPr id="280" name="Google Shape;280;p37"/>
          <p:cNvSpPr txBox="1"/>
          <p:nvPr>
            <p:ph idx="2" type="body"/>
          </p:nvPr>
        </p:nvSpPr>
        <p:spPr>
          <a:xfrm>
            <a:off x="4800100" y="3460259"/>
            <a:ext cx="3837000" cy="3762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b="1" lang="en" sz="1100">
                <a:latin typeface="Arial"/>
                <a:ea typeface="Arial"/>
                <a:cs typeface="Arial"/>
                <a:sym typeface="Arial"/>
              </a:rPr>
              <a:t>Secure DNS Instances</a:t>
            </a:r>
            <a:endParaRPr b="1">
              <a:latin typeface="Barlow Condensed"/>
              <a:ea typeface="Barlow Condensed"/>
              <a:cs typeface="Barlow Condensed"/>
              <a:sym typeface="Barlow Condensed"/>
            </a:endParaRPr>
          </a:p>
        </p:txBody>
      </p:sp>
      <p:sp>
        <p:nvSpPr>
          <p:cNvPr id="281" name="Google Shape;281;p37"/>
          <p:cNvSpPr txBox="1"/>
          <p:nvPr>
            <p:ph idx="2" type="body"/>
          </p:nvPr>
        </p:nvSpPr>
        <p:spPr>
          <a:xfrm>
            <a:off x="5335550" y="937000"/>
            <a:ext cx="3301500" cy="5829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900">
                <a:latin typeface="Arial"/>
                <a:ea typeface="Arial"/>
                <a:cs typeface="Arial"/>
                <a:sym typeface="Arial"/>
              </a:rPr>
              <a:t>Our client does not publish a DNSSEC policy</a:t>
            </a:r>
            <a:endParaRPr sz="900">
              <a:latin typeface="Arial"/>
              <a:ea typeface="Arial"/>
              <a:cs typeface="Arial"/>
              <a:sym typeface="Arial"/>
            </a:endParaRPr>
          </a:p>
        </p:txBody>
      </p:sp>
      <p:sp>
        <p:nvSpPr>
          <p:cNvPr id="282" name="Google Shape;282;p37"/>
          <p:cNvSpPr txBox="1"/>
          <p:nvPr>
            <p:ph idx="2" type="body"/>
          </p:nvPr>
        </p:nvSpPr>
        <p:spPr>
          <a:xfrm>
            <a:off x="5335550" y="1907149"/>
            <a:ext cx="3301500" cy="664500"/>
          </a:xfrm>
          <a:prstGeom prst="rect">
            <a:avLst/>
          </a:prstGeom>
        </p:spPr>
        <p:txBody>
          <a:bodyPr anchorCtr="0" anchor="ctr" bIns="91425" lIns="91425" spcFirstLastPara="1" rIns="91425" wrap="square" tIns="91425">
            <a:normAutofit/>
          </a:bodyPr>
          <a:lstStyle/>
          <a:p>
            <a:pPr indent="0" lvl="0" marL="0" rtl="0" algn="l">
              <a:lnSpc>
                <a:spcPct val="200000"/>
              </a:lnSpc>
              <a:spcBef>
                <a:spcPts val="0"/>
              </a:spcBef>
              <a:spcAft>
                <a:spcPts val="500"/>
              </a:spcAft>
              <a:buNone/>
            </a:pPr>
            <a:r>
              <a:rPr lang="en" sz="900">
                <a:latin typeface="Arial"/>
                <a:ea typeface="Arial"/>
                <a:cs typeface="Arial"/>
                <a:sym typeface="Arial"/>
              </a:rPr>
              <a:t>Our client has poorly defined incident response procedures, especially with respect to their DNSSEC operation</a:t>
            </a:r>
            <a:endParaRPr sz="1600"/>
          </a:p>
        </p:txBody>
      </p:sp>
      <p:sp>
        <p:nvSpPr>
          <p:cNvPr id="283" name="Google Shape;283;p37"/>
          <p:cNvSpPr txBox="1"/>
          <p:nvPr>
            <p:ph idx="2" type="body"/>
          </p:nvPr>
        </p:nvSpPr>
        <p:spPr>
          <a:xfrm>
            <a:off x="5335550" y="2877300"/>
            <a:ext cx="3301500" cy="582900"/>
          </a:xfrm>
          <a:prstGeom prst="rect">
            <a:avLst/>
          </a:prstGeom>
        </p:spPr>
        <p:txBody>
          <a:bodyPr anchorCtr="0" anchor="ctr" bIns="91425" lIns="91425" spcFirstLastPara="1" rIns="91425" wrap="square" tIns="91425">
            <a:normAutofit lnSpcReduction="10000"/>
          </a:bodyPr>
          <a:lstStyle/>
          <a:p>
            <a:pPr indent="0" lvl="0" marL="0" rtl="0" algn="l">
              <a:lnSpc>
                <a:spcPct val="200000"/>
              </a:lnSpc>
              <a:spcBef>
                <a:spcPts val="0"/>
              </a:spcBef>
              <a:spcAft>
                <a:spcPts val="500"/>
              </a:spcAft>
              <a:buNone/>
            </a:pPr>
            <a:r>
              <a:rPr lang="en" sz="900">
                <a:latin typeface="Arial"/>
                <a:ea typeface="Arial"/>
                <a:cs typeface="Arial"/>
                <a:sym typeface="Arial"/>
              </a:rPr>
              <a:t>Our client did not specify who is responsible for DNSSEC operations</a:t>
            </a:r>
            <a:endParaRPr sz="1600"/>
          </a:p>
        </p:txBody>
      </p:sp>
      <p:sp>
        <p:nvSpPr>
          <p:cNvPr id="284" name="Google Shape;284;p37"/>
          <p:cNvSpPr txBox="1"/>
          <p:nvPr>
            <p:ph idx="2" type="body"/>
          </p:nvPr>
        </p:nvSpPr>
        <p:spPr>
          <a:xfrm>
            <a:off x="5335550" y="3847449"/>
            <a:ext cx="3301500" cy="582900"/>
          </a:xfrm>
          <a:prstGeom prst="rect">
            <a:avLst/>
          </a:prstGeom>
        </p:spPr>
        <p:txBody>
          <a:bodyPr anchorCtr="0" anchor="ctr" bIns="91425" lIns="91425" spcFirstLastPara="1" rIns="91425" wrap="square" tIns="91425">
            <a:normAutofit lnSpcReduction="10000"/>
          </a:bodyPr>
          <a:lstStyle/>
          <a:p>
            <a:pPr indent="0" lvl="0" marL="0" rtl="0" algn="l">
              <a:lnSpc>
                <a:spcPct val="200000"/>
              </a:lnSpc>
              <a:spcBef>
                <a:spcPts val="0"/>
              </a:spcBef>
              <a:spcAft>
                <a:spcPts val="500"/>
              </a:spcAft>
              <a:buNone/>
            </a:pPr>
            <a:r>
              <a:rPr lang="en" sz="900">
                <a:latin typeface="Arial"/>
                <a:ea typeface="Arial"/>
                <a:cs typeface="Arial"/>
                <a:sym typeface="Arial"/>
              </a:rPr>
              <a:t>Our client’s policies pertaining to the maintenance of operating systems was unclear and unrefined</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par>
                                <p:cTn fill="hold" nodeType="withEffect" presetClass="exit" presetID="10" presetSubtype="0">
                                  <p:stCondLst>
                                    <p:cond delay="0"/>
                                  </p:stCondLst>
                                  <p:childTnLst>
                                    <p:animEffect filter="fade" transition="out">
                                      <p:cBhvr>
                                        <p:cTn dur="1000"/>
                                        <p:tgtEl>
                                          <p:spTgt spid="272"/>
                                        </p:tgtEl>
                                      </p:cBhvr>
                                    </p:animEffect>
                                    <p:set>
                                      <p:cBhvr>
                                        <p:cTn dur="1" fill="hold">
                                          <p:stCondLst>
                                            <p:cond delay="1000"/>
                                          </p:stCondLst>
                                        </p:cTn>
                                        <p:tgtEl>
                                          <p:spTgt spid="27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73"/>
                                        </p:tgtEl>
                                      </p:cBhvr>
                                    </p:animEffect>
                                    <p:set>
                                      <p:cBhvr>
                                        <p:cTn dur="1" fill="hold">
                                          <p:stCondLst>
                                            <p:cond delay="1000"/>
                                          </p:stCondLst>
                                        </p:cTn>
                                        <p:tgtEl>
                                          <p:spTgt spid="27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76"/>
                                        </p:tgtEl>
                                      </p:cBhvr>
                                    </p:animEffect>
                                    <p:set>
                                      <p:cBhvr>
                                        <p:cTn dur="1" fill="hold">
                                          <p:stCondLst>
                                            <p:cond delay="1000"/>
                                          </p:stCondLst>
                                        </p:cTn>
                                        <p:tgtEl>
                                          <p:spTgt spid="27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p:nvPr/>
        </p:nvSpPr>
        <p:spPr>
          <a:xfrm>
            <a:off x="4255200" y="2901325"/>
            <a:ext cx="4526400" cy="175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Condensed Light"/>
              <a:ea typeface="Barlow Condensed Light"/>
              <a:cs typeface="Barlow Condensed Light"/>
              <a:sym typeface="Barlow Condensed Light"/>
            </a:endParaRPr>
          </a:p>
        </p:txBody>
      </p:sp>
      <p:sp>
        <p:nvSpPr>
          <p:cNvPr id="290" name="Google Shape;290;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Recommendations</a:t>
            </a:r>
            <a:endParaRPr/>
          </a:p>
        </p:txBody>
      </p:sp>
      <p:sp>
        <p:nvSpPr>
          <p:cNvPr id="291" name="Google Shape;291;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Compose and publish a DNSSEC policy</a:t>
            </a:r>
            <a:endParaRPr/>
          </a:p>
          <a:p>
            <a:pPr indent="-317500" lvl="1" marL="914400" rtl="0" algn="l">
              <a:spcBef>
                <a:spcPts val="0"/>
              </a:spcBef>
              <a:spcAft>
                <a:spcPts val="0"/>
              </a:spcAft>
              <a:buSzPts val="1400"/>
              <a:buAutoNum type="alphaLcPeriod"/>
            </a:pPr>
            <a:r>
              <a:rPr lang="en"/>
              <a:t>Either with us or with BlueCat</a:t>
            </a:r>
            <a:endParaRPr/>
          </a:p>
          <a:p>
            <a:pPr indent="-342900" lvl="0" marL="457200" rtl="0" algn="l">
              <a:spcBef>
                <a:spcPts val="0"/>
              </a:spcBef>
              <a:spcAft>
                <a:spcPts val="0"/>
              </a:spcAft>
              <a:buSzPts val="1800"/>
              <a:buAutoNum type="arabicPeriod"/>
            </a:pPr>
            <a:r>
              <a:rPr lang="en"/>
              <a:t>Outline DNSSEC-specific incident response procedures</a:t>
            </a:r>
            <a:endParaRPr/>
          </a:p>
          <a:p>
            <a:pPr indent="-342900" lvl="0" marL="457200" rtl="0" algn="l">
              <a:spcBef>
                <a:spcPts val="0"/>
              </a:spcBef>
              <a:spcAft>
                <a:spcPts val="0"/>
              </a:spcAft>
              <a:buSzPts val="1800"/>
              <a:buAutoNum type="arabicPeriod"/>
            </a:pPr>
            <a:r>
              <a:rPr lang="en"/>
              <a:t>Designate someone to be responsible for DNSSEC operations</a:t>
            </a:r>
            <a:endParaRPr/>
          </a:p>
          <a:p>
            <a:pPr indent="-317500" lvl="1" marL="914400" rtl="0" algn="l">
              <a:spcBef>
                <a:spcPts val="0"/>
              </a:spcBef>
              <a:spcAft>
                <a:spcPts val="0"/>
              </a:spcAft>
              <a:buSzPts val="1400"/>
              <a:buAutoNum type="alphaLcPeriod"/>
            </a:pPr>
            <a:r>
              <a:rPr lang="en"/>
              <a:t>We recommend the Security Officer</a:t>
            </a:r>
            <a:endParaRPr/>
          </a:p>
          <a:p>
            <a:pPr indent="-342900" lvl="0" marL="457200" rtl="0" algn="l">
              <a:spcBef>
                <a:spcPts val="0"/>
              </a:spcBef>
              <a:spcAft>
                <a:spcPts val="0"/>
              </a:spcAft>
              <a:buSzPts val="1800"/>
              <a:buAutoNum type="arabicPeriod"/>
            </a:pPr>
            <a:r>
              <a:rPr lang="en"/>
              <a:t>Clarify policies for system maintenance</a:t>
            </a:r>
            <a:endParaRPr/>
          </a:p>
        </p:txBody>
      </p:sp>
      <p:pic>
        <p:nvPicPr>
          <p:cNvPr id="292" name="Google Shape;292;p38"/>
          <p:cNvPicPr preferRelativeResize="0"/>
          <p:nvPr/>
        </p:nvPicPr>
        <p:blipFill>
          <a:blip r:embed="rId3">
            <a:alphaModFix/>
          </a:blip>
          <a:stretch>
            <a:fillRect/>
          </a:stretch>
        </p:blipFill>
        <p:spPr>
          <a:xfrm>
            <a:off x="4333154" y="2966886"/>
            <a:ext cx="4370492" cy="1624478"/>
          </a:xfrm>
          <a:prstGeom prst="rect">
            <a:avLst/>
          </a:prstGeom>
          <a:noFill/>
          <a:ln>
            <a:noFill/>
          </a:ln>
        </p:spPr>
      </p:pic>
      <p:sp>
        <p:nvSpPr>
          <p:cNvPr id="293" name="Google Shape;293;p38"/>
          <p:cNvSpPr txBox="1"/>
          <p:nvPr>
            <p:ph idx="1" type="body"/>
          </p:nvPr>
        </p:nvSpPr>
        <p:spPr>
          <a:xfrm>
            <a:off x="4255200" y="4656925"/>
            <a:ext cx="4526400" cy="2556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SzPts val="275"/>
              <a:buNone/>
            </a:pPr>
            <a:r>
              <a:rPr lang="en" sz="750"/>
              <a:t>https://www.infosec.gov.hk/en/best-practices/business/learning-security-of-dns</a:t>
            </a:r>
            <a:endParaRPr sz="7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265500" y="724200"/>
            <a:ext cx="4045200" cy="2067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Network Traffic Monitoring</a:t>
            </a:r>
            <a:endParaRPr/>
          </a:p>
        </p:txBody>
      </p:sp>
      <p:sp>
        <p:nvSpPr>
          <p:cNvPr id="299" name="Google Shape;299;p3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Network Security Test 2</a:t>
            </a:r>
            <a:endParaRPr/>
          </a:p>
        </p:txBody>
      </p:sp>
      <p:sp>
        <p:nvSpPr>
          <p:cNvPr id="300" name="Google Shape;300;p3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Peace of mind check</a:t>
            </a:r>
            <a:endParaRPr/>
          </a:p>
          <a:p>
            <a:pPr indent="-342900" lvl="0" marL="457200" rtl="0" algn="l">
              <a:spcBef>
                <a:spcPts val="0"/>
              </a:spcBef>
              <a:spcAft>
                <a:spcPts val="0"/>
              </a:spcAft>
              <a:buSzPts val="1800"/>
              <a:buChar char="●"/>
            </a:pPr>
            <a:r>
              <a:rPr lang="en"/>
              <a:t>Week-long monitoring setup</a:t>
            </a:r>
            <a:endParaRPr/>
          </a:p>
          <a:p>
            <a:pPr indent="-342900" lvl="0" marL="457200" rtl="0" algn="l">
              <a:spcBef>
                <a:spcPts val="0"/>
              </a:spcBef>
              <a:spcAft>
                <a:spcPts val="0"/>
              </a:spcAft>
              <a:buSzPts val="1800"/>
              <a:buChar char="●"/>
            </a:pPr>
            <a:r>
              <a:rPr lang="en"/>
              <a:t>Daily (2) check-ins on traffic</a:t>
            </a:r>
            <a:endParaRPr/>
          </a:p>
          <a:p>
            <a:pPr indent="-342900" lvl="0" marL="457200" rtl="0" algn="l">
              <a:spcBef>
                <a:spcPts val="0"/>
              </a:spcBef>
              <a:spcAft>
                <a:spcPts val="0"/>
              </a:spcAft>
              <a:buSzPts val="1800"/>
              <a:buChar char="●"/>
            </a:pPr>
            <a:r>
              <a:rPr lang="en"/>
              <a:t>Real-time traffic flow visualization</a:t>
            </a:r>
            <a:endParaRPr/>
          </a:p>
          <a:p>
            <a:pPr indent="-342900" lvl="0" marL="457200" rtl="0" algn="l">
              <a:spcBef>
                <a:spcPts val="0"/>
              </a:spcBef>
              <a:spcAft>
                <a:spcPts val="0"/>
              </a:spcAft>
              <a:buSzPts val="1800"/>
              <a:buChar char="●"/>
            </a:pPr>
            <a:r>
              <a:rPr lang="en"/>
              <a:t>Lightweight, non-intrusive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0"/>
          <p:cNvSpPr txBox="1"/>
          <p:nvPr>
            <p:ph idx="1" type="body"/>
          </p:nvPr>
        </p:nvSpPr>
        <p:spPr>
          <a:xfrm>
            <a:off x="3543425" y="514275"/>
            <a:ext cx="4471500" cy="795000"/>
          </a:xfrm>
          <a:prstGeom prst="rect">
            <a:avLst/>
          </a:prstGeom>
        </p:spPr>
        <p:txBody>
          <a:bodyPr anchorCtr="0" anchor="t" bIns="0" lIns="0" spcFirstLastPara="1" rIns="0" wrap="square" tIns="0">
            <a:normAutofit/>
          </a:bodyPr>
          <a:lstStyle/>
          <a:p>
            <a:pPr indent="-298450" lvl="0" marL="457200" rtl="0" algn="l">
              <a:spcBef>
                <a:spcPts val="0"/>
              </a:spcBef>
              <a:spcAft>
                <a:spcPts val="0"/>
              </a:spcAft>
              <a:buClr>
                <a:srgbClr val="741B47"/>
              </a:buClr>
              <a:buSzPts val="1100"/>
              <a:buChar char="●"/>
            </a:pPr>
            <a:r>
              <a:rPr lang="en">
                <a:solidFill>
                  <a:srgbClr val="741B47"/>
                </a:solidFill>
              </a:rPr>
              <a:t>Week long monitoring with ntopng to establish baseline activity</a:t>
            </a:r>
            <a:endParaRPr>
              <a:solidFill>
                <a:srgbClr val="741B47"/>
              </a:solidFill>
            </a:endParaRPr>
          </a:p>
          <a:p>
            <a:pPr indent="-298450" lvl="0" marL="457200" rtl="0" algn="l">
              <a:spcBef>
                <a:spcPts val="0"/>
              </a:spcBef>
              <a:spcAft>
                <a:spcPts val="0"/>
              </a:spcAft>
              <a:buClr>
                <a:srgbClr val="741B47"/>
              </a:buClr>
              <a:buSzPts val="1100"/>
              <a:buChar char="●"/>
            </a:pPr>
            <a:r>
              <a:rPr lang="en">
                <a:solidFill>
                  <a:srgbClr val="741B47"/>
                </a:solidFill>
              </a:rPr>
              <a:t>Twice daily check-ins to catch anomalous behavior</a:t>
            </a:r>
            <a:endParaRPr>
              <a:solidFill>
                <a:srgbClr val="741B47"/>
              </a:solidFill>
            </a:endParaRPr>
          </a:p>
          <a:p>
            <a:pPr indent="-298450" lvl="0" marL="457200" rtl="0" algn="l">
              <a:spcBef>
                <a:spcPts val="0"/>
              </a:spcBef>
              <a:spcAft>
                <a:spcPts val="0"/>
              </a:spcAft>
              <a:buClr>
                <a:srgbClr val="741B47"/>
              </a:buClr>
              <a:buSzPts val="1100"/>
              <a:buChar char="●"/>
            </a:pPr>
            <a:r>
              <a:rPr lang="en">
                <a:solidFill>
                  <a:srgbClr val="741B47"/>
                </a:solidFill>
              </a:rPr>
              <a:t>Follow up with Wireshark if needed</a:t>
            </a:r>
            <a:endParaRPr>
              <a:solidFill>
                <a:srgbClr val="741B47"/>
              </a:solidFill>
            </a:endParaRPr>
          </a:p>
        </p:txBody>
      </p:sp>
      <p:sp>
        <p:nvSpPr>
          <p:cNvPr id="306" name="Google Shape;306;p40"/>
          <p:cNvSpPr txBox="1"/>
          <p:nvPr>
            <p:ph idx="2" type="body"/>
          </p:nvPr>
        </p:nvSpPr>
        <p:spPr>
          <a:xfrm>
            <a:off x="657675" y="436197"/>
            <a:ext cx="2278800" cy="795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4800">
                <a:solidFill>
                  <a:srgbClr val="741B47"/>
                </a:solidFill>
                <a:latin typeface="Barlow Condensed"/>
                <a:ea typeface="Barlow Condensed"/>
                <a:cs typeface="Barlow Condensed"/>
                <a:sym typeface="Barlow Condensed"/>
              </a:rPr>
              <a:t>Timeline</a:t>
            </a:r>
            <a:endParaRPr b="1" sz="4800">
              <a:solidFill>
                <a:srgbClr val="741B47"/>
              </a:solidFill>
              <a:latin typeface="Barlow Condensed"/>
              <a:ea typeface="Barlow Condensed"/>
              <a:cs typeface="Barlow Condensed"/>
              <a:sym typeface="Barlow Condensed"/>
            </a:endParaRPr>
          </a:p>
        </p:txBody>
      </p:sp>
      <p:sp>
        <p:nvSpPr>
          <p:cNvPr id="307" name="Google Shape;307;p40"/>
          <p:cNvSpPr/>
          <p:nvPr/>
        </p:nvSpPr>
        <p:spPr>
          <a:xfrm>
            <a:off x="260400" y="1630900"/>
            <a:ext cx="8623200" cy="3251100"/>
          </a:xfrm>
          <a:prstGeom prst="roundRect">
            <a:avLst>
              <a:gd fmla="val 16667" name="adj"/>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
          <p:cNvSpPr/>
          <p:nvPr/>
        </p:nvSpPr>
        <p:spPr>
          <a:xfrm>
            <a:off x="791902" y="1910875"/>
            <a:ext cx="7523400" cy="270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0"/>
          <p:cNvSpPr txBox="1"/>
          <p:nvPr/>
        </p:nvSpPr>
        <p:spPr>
          <a:xfrm>
            <a:off x="5095533" y="2906001"/>
            <a:ext cx="10731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F</a:t>
            </a:r>
            <a:endParaRPr sz="700">
              <a:solidFill>
                <a:schemeClr val="dk1"/>
              </a:solidFill>
              <a:latin typeface="Barlow Medium"/>
              <a:ea typeface="Barlow Medium"/>
              <a:cs typeface="Barlow Medium"/>
              <a:sym typeface="Barlow Medium"/>
            </a:endParaRPr>
          </a:p>
        </p:txBody>
      </p:sp>
      <p:sp>
        <p:nvSpPr>
          <p:cNvPr id="310" name="Google Shape;310;p40"/>
          <p:cNvSpPr txBox="1"/>
          <p:nvPr/>
        </p:nvSpPr>
        <p:spPr>
          <a:xfrm>
            <a:off x="6171511" y="2906001"/>
            <a:ext cx="10704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S</a:t>
            </a:r>
            <a:endParaRPr sz="700">
              <a:solidFill>
                <a:schemeClr val="dk1"/>
              </a:solidFill>
              <a:latin typeface="Barlow Medium"/>
              <a:ea typeface="Barlow Medium"/>
              <a:cs typeface="Barlow Medium"/>
              <a:sym typeface="Barlow Medium"/>
            </a:endParaRPr>
          </a:p>
        </p:txBody>
      </p:sp>
      <p:sp>
        <p:nvSpPr>
          <p:cNvPr id="311" name="Google Shape;311;p40"/>
          <p:cNvSpPr txBox="1"/>
          <p:nvPr/>
        </p:nvSpPr>
        <p:spPr>
          <a:xfrm>
            <a:off x="7242321" y="2906001"/>
            <a:ext cx="10731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S</a:t>
            </a:r>
            <a:endParaRPr sz="700">
              <a:solidFill>
                <a:schemeClr val="dk1"/>
              </a:solidFill>
              <a:latin typeface="Barlow Medium"/>
              <a:ea typeface="Barlow Medium"/>
              <a:cs typeface="Barlow Medium"/>
              <a:sym typeface="Barlow Medium"/>
            </a:endParaRPr>
          </a:p>
        </p:txBody>
      </p:sp>
      <p:cxnSp>
        <p:nvCxnSpPr>
          <p:cNvPr id="312" name="Google Shape;312;p40"/>
          <p:cNvCxnSpPr/>
          <p:nvPr/>
        </p:nvCxnSpPr>
        <p:spPr>
          <a:xfrm rot="10800000">
            <a:off x="6168552" y="2905725"/>
            <a:ext cx="0" cy="1710900"/>
          </a:xfrm>
          <a:prstGeom prst="straightConnector1">
            <a:avLst/>
          </a:prstGeom>
          <a:noFill/>
          <a:ln cap="flat" cmpd="sng" w="9525">
            <a:solidFill>
              <a:schemeClr val="dk2"/>
            </a:solidFill>
            <a:prstDash val="solid"/>
            <a:round/>
            <a:headEnd len="sm" w="sm" type="none"/>
            <a:tailEnd len="sm" w="sm" type="none"/>
          </a:ln>
        </p:spPr>
      </p:cxnSp>
      <p:cxnSp>
        <p:nvCxnSpPr>
          <p:cNvPr id="313" name="Google Shape;313;p40"/>
          <p:cNvCxnSpPr/>
          <p:nvPr/>
        </p:nvCxnSpPr>
        <p:spPr>
          <a:xfrm rot="10800000">
            <a:off x="7242043" y="2905725"/>
            <a:ext cx="0" cy="1710900"/>
          </a:xfrm>
          <a:prstGeom prst="straightConnector1">
            <a:avLst/>
          </a:prstGeom>
          <a:noFill/>
          <a:ln cap="flat" cmpd="sng" w="9525">
            <a:solidFill>
              <a:schemeClr val="dk2"/>
            </a:solidFill>
            <a:prstDash val="solid"/>
            <a:round/>
            <a:headEnd len="sm" w="sm" type="none"/>
            <a:tailEnd len="sm" w="sm" type="none"/>
          </a:ln>
        </p:spPr>
      </p:cxnSp>
      <p:sp>
        <p:nvSpPr>
          <p:cNvPr id="314" name="Google Shape;314;p40"/>
          <p:cNvSpPr txBox="1"/>
          <p:nvPr/>
        </p:nvSpPr>
        <p:spPr>
          <a:xfrm>
            <a:off x="793076" y="2028300"/>
            <a:ext cx="3682800" cy="73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5400">
                <a:solidFill>
                  <a:schemeClr val="dk1"/>
                </a:solidFill>
                <a:latin typeface="Hepta Slab Light"/>
                <a:ea typeface="Hepta Slab Light"/>
                <a:cs typeface="Hepta Slab Light"/>
                <a:sym typeface="Hepta Slab Light"/>
              </a:rPr>
              <a:t>01</a:t>
            </a:r>
            <a:endParaRPr sz="5400">
              <a:solidFill>
                <a:schemeClr val="dk1"/>
              </a:solidFill>
              <a:latin typeface="Hepta Slab Light"/>
              <a:ea typeface="Hepta Slab Light"/>
              <a:cs typeface="Hepta Slab Light"/>
              <a:sym typeface="Hepta Slab Light"/>
            </a:endParaRPr>
          </a:p>
        </p:txBody>
      </p:sp>
      <p:sp>
        <p:nvSpPr>
          <p:cNvPr id="315" name="Google Shape;315;p40"/>
          <p:cNvSpPr txBox="1"/>
          <p:nvPr/>
        </p:nvSpPr>
        <p:spPr>
          <a:xfrm>
            <a:off x="783675" y="2906001"/>
            <a:ext cx="10887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M</a:t>
            </a:r>
            <a:endParaRPr sz="700">
              <a:solidFill>
                <a:schemeClr val="dk1"/>
              </a:solidFill>
              <a:latin typeface="Barlow Medium"/>
              <a:ea typeface="Barlow Medium"/>
              <a:cs typeface="Barlow Medium"/>
              <a:sym typeface="Barlow Medium"/>
            </a:endParaRPr>
          </a:p>
        </p:txBody>
      </p:sp>
      <p:sp>
        <p:nvSpPr>
          <p:cNvPr id="316" name="Google Shape;316;p40"/>
          <p:cNvSpPr txBox="1"/>
          <p:nvPr/>
        </p:nvSpPr>
        <p:spPr>
          <a:xfrm>
            <a:off x="1872713" y="2906001"/>
            <a:ext cx="10731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T</a:t>
            </a:r>
            <a:endParaRPr sz="700">
              <a:solidFill>
                <a:schemeClr val="dk1"/>
              </a:solidFill>
              <a:latin typeface="Barlow Medium"/>
              <a:ea typeface="Barlow Medium"/>
              <a:cs typeface="Barlow Medium"/>
              <a:sym typeface="Barlow Medium"/>
            </a:endParaRPr>
          </a:p>
        </p:txBody>
      </p:sp>
      <p:sp>
        <p:nvSpPr>
          <p:cNvPr id="317" name="Google Shape;317;p40"/>
          <p:cNvSpPr txBox="1"/>
          <p:nvPr/>
        </p:nvSpPr>
        <p:spPr>
          <a:xfrm>
            <a:off x="2945849" y="2906001"/>
            <a:ext cx="10731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W</a:t>
            </a:r>
            <a:endParaRPr sz="700">
              <a:solidFill>
                <a:schemeClr val="dk1"/>
              </a:solidFill>
              <a:latin typeface="Barlow Medium"/>
              <a:ea typeface="Barlow Medium"/>
              <a:cs typeface="Barlow Medium"/>
              <a:sym typeface="Barlow Medium"/>
            </a:endParaRPr>
          </a:p>
        </p:txBody>
      </p:sp>
      <p:sp>
        <p:nvSpPr>
          <p:cNvPr id="318" name="Google Shape;318;p40"/>
          <p:cNvSpPr txBox="1"/>
          <p:nvPr/>
        </p:nvSpPr>
        <p:spPr>
          <a:xfrm>
            <a:off x="4019046" y="2906001"/>
            <a:ext cx="1070400" cy="16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Barlow Medium"/>
                <a:ea typeface="Barlow Medium"/>
                <a:cs typeface="Barlow Medium"/>
                <a:sym typeface="Barlow Medium"/>
              </a:rPr>
              <a:t>T</a:t>
            </a:r>
            <a:endParaRPr sz="700">
              <a:solidFill>
                <a:schemeClr val="dk1"/>
              </a:solidFill>
              <a:latin typeface="Barlow Medium"/>
              <a:ea typeface="Barlow Medium"/>
              <a:cs typeface="Barlow Medium"/>
              <a:sym typeface="Barlow Medium"/>
            </a:endParaRPr>
          </a:p>
        </p:txBody>
      </p:sp>
      <p:cxnSp>
        <p:nvCxnSpPr>
          <p:cNvPr id="319" name="Google Shape;319;p40"/>
          <p:cNvCxnSpPr/>
          <p:nvPr/>
        </p:nvCxnSpPr>
        <p:spPr>
          <a:xfrm rot="10800000">
            <a:off x="1872379" y="2905725"/>
            <a:ext cx="0" cy="1710900"/>
          </a:xfrm>
          <a:prstGeom prst="straightConnector1">
            <a:avLst/>
          </a:prstGeom>
          <a:noFill/>
          <a:ln cap="flat" cmpd="sng" w="9525">
            <a:solidFill>
              <a:schemeClr val="dk2"/>
            </a:solidFill>
            <a:prstDash val="solid"/>
            <a:round/>
            <a:headEnd len="sm" w="sm" type="none"/>
            <a:tailEnd len="sm" w="sm" type="none"/>
          </a:ln>
        </p:spPr>
      </p:cxnSp>
      <p:cxnSp>
        <p:nvCxnSpPr>
          <p:cNvPr id="320" name="Google Shape;320;p40"/>
          <p:cNvCxnSpPr/>
          <p:nvPr/>
        </p:nvCxnSpPr>
        <p:spPr>
          <a:xfrm rot="10800000">
            <a:off x="2945870" y="2905725"/>
            <a:ext cx="0" cy="1710900"/>
          </a:xfrm>
          <a:prstGeom prst="straightConnector1">
            <a:avLst/>
          </a:prstGeom>
          <a:noFill/>
          <a:ln cap="flat" cmpd="sng" w="9525">
            <a:solidFill>
              <a:schemeClr val="dk2"/>
            </a:solidFill>
            <a:prstDash val="solid"/>
            <a:round/>
            <a:headEnd len="sm" w="sm" type="none"/>
            <a:tailEnd len="sm" w="sm" type="none"/>
          </a:ln>
        </p:spPr>
      </p:cxnSp>
      <p:cxnSp>
        <p:nvCxnSpPr>
          <p:cNvPr id="321" name="Google Shape;321;p40"/>
          <p:cNvCxnSpPr/>
          <p:nvPr/>
        </p:nvCxnSpPr>
        <p:spPr>
          <a:xfrm rot="10800000">
            <a:off x="4019362" y="2905725"/>
            <a:ext cx="0" cy="1710900"/>
          </a:xfrm>
          <a:prstGeom prst="straightConnector1">
            <a:avLst/>
          </a:prstGeom>
          <a:noFill/>
          <a:ln cap="flat" cmpd="sng" w="9525">
            <a:solidFill>
              <a:schemeClr val="dk2"/>
            </a:solidFill>
            <a:prstDash val="solid"/>
            <a:round/>
            <a:headEnd len="sm" w="sm" type="none"/>
            <a:tailEnd len="sm" w="sm" type="none"/>
          </a:ln>
        </p:spPr>
      </p:cxnSp>
      <p:sp>
        <p:nvSpPr>
          <p:cNvPr id="322" name="Google Shape;322;p40"/>
          <p:cNvSpPr/>
          <p:nvPr/>
        </p:nvSpPr>
        <p:spPr>
          <a:xfrm flipH="1" rot="10800000">
            <a:off x="4553688" y="1910700"/>
            <a:ext cx="3761700" cy="11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3" name="Google Shape;323;p40"/>
          <p:cNvSpPr/>
          <p:nvPr/>
        </p:nvSpPr>
        <p:spPr>
          <a:xfrm flipH="1" rot="10800000">
            <a:off x="791911" y="1910700"/>
            <a:ext cx="3761700" cy="11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4" name="Google Shape;324;p40"/>
          <p:cNvSpPr/>
          <p:nvPr/>
        </p:nvSpPr>
        <p:spPr>
          <a:xfrm>
            <a:off x="783675" y="3129225"/>
            <a:ext cx="7523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Hepta Slab Medium"/>
                <a:ea typeface="Hepta Slab Medium"/>
                <a:cs typeface="Hepta Slab Medium"/>
                <a:sym typeface="Hepta Slab Medium"/>
              </a:rPr>
              <a:t>ntopng monitoring</a:t>
            </a:r>
            <a:endParaRPr sz="700">
              <a:latin typeface="Hepta Slab Medium"/>
              <a:ea typeface="Hepta Slab Medium"/>
              <a:cs typeface="Hepta Slab Medium"/>
              <a:sym typeface="Hepta Slab Medium"/>
            </a:endParaRPr>
          </a:p>
        </p:txBody>
      </p:sp>
      <p:sp>
        <p:nvSpPr>
          <p:cNvPr id="325" name="Google Shape;325;p40"/>
          <p:cNvSpPr/>
          <p:nvPr/>
        </p:nvSpPr>
        <p:spPr>
          <a:xfrm>
            <a:off x="2949000"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cxnSp>
        <p:nvCxnSpPr>
          <p:cNvPr id="326" name="Google Shape;326;p40"/>
          <p:cNvCxnSpPr/>
          <p:nvPr/>
        </p:nvCxnSpPr>
        <p:spPr>
          <a:xfrm rot="10800000">
            <a:off x="5094174" y="2905725"/>
            <a:ext cx="0" cy="1710900"/>
          </a:xfrm>
          <a:prstGeom prst="straightConnector1">
            <a:avLst/>
          </a:prstGeom>
          <a:noFill/>
          <a:ln cap="flat" cmpd="sng" w="9525">
            <a:solidFill>
              <a:schemeClr val="dk2"/>
            </a:solidFill>
            <a:prstDash val="solid"/>
            <a:round/>
            <a:headEnd len="sm" w="sm" type="none"/>
            <a:tailEnd len="sm" w="sm" type="none"/>
          </a:ln>
        </p:spPr>
      </p:cxnSp>
      <p:sp>
        <p:nvSpPr>
          <p:cNvPr id="327" name="Google Shape;327;p40"/>
          <p:cNvSpPr/>
          <p:nvPr/>
        </p:nvSpPr>
        <p:spPr>
          <a:xfrm>
            <a:off x="1880325"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28" name="Google Shape;328;p40"/>
          <p:cNvSpPr/>
          <p:nvPr/>
        </p:nvSpPr>
        <p:spPr>
          <a:xfrm>
            <a:off x="788450" y="3438675"/>
            <a:ext cx="10887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29" name="Google Shape;329;p40"/>
          <p:cNvSpPr/>
          <p:nvPr/>
        </p:nvSpPr>
        <p:spPr>
          <a:xfrm>
            <a:off x="4025400"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0" name="Google Shape;330;p40"/>
          <p:cNvSpPr/>
          <p:nvPr/>
        </p:nvSpPr>
        <p:spPr>
          <a:xfrm>
            <a:off x="5101800"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1" name="Google Shape;331;p40"/>
          <p:cNvSpPr/>
          <p:nvPr/>
        </p:nvSpPr>
        <p:spPr>
          <a:xfrm>
            <a:off x="6162700"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2" name="Google Shape;332;p40"/>
          <p:cNvSpPr/>
          <p:nvPr/>
        </p:nvSpPr>
        <p:spPr>
          <a:xfrm>
            <a:off x="7246850" y="343867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3" name="Google Shape;333;p40"/>
          <p:cNvSpPr/>
          <p:nvPr/>
        </p:nvSpPr>
        <p:spPr>
          <a:xfrm>
            <a:off x="2949000"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4" name="Google Shape;334;p40"/>
          <p:cNvSpPr/>
          <p:nvPr/>
        </p:nvSpPr>
        <p:spPr>
          <a:xfrm>
            <a:off x="1880325"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5" name="Google Shape;335;p40"/>
          <p:cNvSpPr/>
          <p:nvPr/>
        </p:nvSpPr>
        <p:spPr>
          <a:xfrm>
            <a:off x="788450" y="4259525"/>
            <a:ext cx="10887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6" name="Google Shape;336;p40"/>
          <p:cNvSpPr/>
          <p:nvPr/>
        </p:nvSpPr>
        <p:spPr>
          <a:xfrm>
            <a:off x="4025400"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7" name="Google Shape;337;p40"/>
          <p:cNvSpPr/>
          <p:nvPr/>
        </p:nvSpPr>
        <p:spPr>
          <a:xfrm>
            <a:off x="5101800"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8" name="Google Shape;338;p40"/>
          <p:cNvSpPr/>
          <p:nvPr/>
        </p:nvSpPr>
        <p:spPr>
          <a:xfrm>
            <a:off x="6162700"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
        <p:nvSpPr>
          <p:cNvPr id="339" name="Google Shape;339;p40"/>
          <p:cNvSpPr/>
          <p:nvPr/>
        </p:nvSpPr>
        <p:spPr>
          <a:xfrm>
            <a:off x="7246850" y="4259525"/>
            <a:ext cx="1070400" cy="183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latin typeface="Hepta Slab Medium"/>
                <a:ea typeface="Hepta Slab Medium"/>
                <a:cs typeface="Hepta Slab Medium"/>
                <a:sym typeface="Hepta Slab Medium"/>
              </a:rPr>
              <a:t>Daily check-in</a:t>
            </a:r>
            <a:endParaRPr sz="700">
              <a:latin typeface="Hepta Slab Medium"/>
              <a:ea typeface="Hepta Slab Medium"/>
              <a:cs typeface="Hepta Slab Medium"/>
              <a:sym typeface="Hepta Slab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graphicFrame>
        <p:nvGraphicFramePr>
          <p:cNvPr id="344" name="Google Shape;344;p41"/>
          <p:cNvGraphicFramePr/>
          <p:nvPr/>
        </p:nvGraphicFramePr>
        <p:xfrm>
          <a:off x="311700" y="259300"/>
          <a:ext cx="3000000" cy="3000000"/>
        </p:xfrm>
        <a:graphic>
          <a:graphicData uri="http://schemas.openxmlformats.org/drawingml/2006/table">
            <a:tbl>
              <a:tblPr>
                <a:noFill/>
                <a:tableStyleId>{BB18AAB3-19D4-4065-AF84-7009C829B18E}</a:tableStyleId>
              </a:tblPr>
              <a:tblGrid>
                <a:gridCol w="2840200"/>
                <a:gridCol w="2840200"/>
                <a:gridCol w="2840200"/>
              </a:tblGrid>
              <a:tr h="1113400">
                <a:tc>
                  <a:txBody>
                    <a:bodyPr/>
                    <a:lstStyle/>
                    <a:p>
                      <a:pPr indent="0" lvl="0" marL="0" rtl="0" algn="ctr">
                        <a:spcBef>
                          <a:spcPts val="0"/>
                        </a:spcBef>
                        <a:spcAft>
                          <a:spcPts val="0"/>
                        </a:spcAft>
                        <a:buNone/>
                      </a:pPr>
                      <a:r>
                        <a:rPr b="1" lang="en" sz="4200">
                          <a:solidFill>
                            <a:schemeClr val="dk1"/>
                          </a:solidFill>
                          <a:latin typeface="Barlow Condensed"/>
                          <a:ea typeface="Barlow Condensed"/>
                          <a:cs typeface="Barlow Condensed"/>
                          <a:sym typeface="Barlow Condensed"/>
                        </a:rPr>
                        <a:t>Outcome</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200">
                          <a:solidFill>
                            <a:schemeClr val="dk1"/>
                          </a:solidFill>
                          <a:latin typeface="Barlow Condensed"/>
                          <a:ea typeface="Barlow Condensed"/>
                          <a:cs typeface="Barlow Condensed"/>
                          <a:sym typeface="Barlow Condensed"/>
                        </a:rPr>
                        <a:t>Strategy</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200">
                          <a:solidFill>
                            <a:schemeClr val="dk1"/>
                          </a:solidFill>
                          <a:latin typeface="Barlow Condensed"/>
                          <a:ea typeface="Barlow Condensed"/>
                          <a:cs typeface="Barlow Condensed"/>
                          <a:sym typeface="Barlow Condensed"/>
                        </a:rPr>
                        <a:t>Reasoning</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113400">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An old printer connected to the network was sending frequent update requests, which contributed to unnecessary network chatter</a:t>
                      </a:r>
                      <a:endParaRPr>
                        <a:solidFill>
                          <a:schemeClr val="lt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U</a:t>
                      </a:r>
                      <a:r>
                        <a:rPr lang="en">
                          <a:solidFill>
                            <a:schemeClr val="lt1"/>
                          </a:solidFill>
                          <a:latin typeface="Barlow Condensed Light"/>
                          <a:ea typeface="Barlow Condensed Light"/>
                          <a:cs typeface="Barlow Condensed Light"/>
                          <a:sym typeface="Barlow Condensed Light"/>
                        </a:rPr>
                        <a:t>pdate the printer’s firmware or replace with a newer model</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To avoid extraneous network traffic that could slow response times and to prevent attackers from leveraging old vulnerabilities to gain access to the system</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113400">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Three unauthorized personal devices were connected to the network</a:t>
                      </a:r>
                      <a:endParaRPr>
                        <a:solidFill>
                          <a:schemeClr val="lt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Disconnect all unauthorized devices from the network, implement policies for connecting devices to the network, and enforce consequences for unauthorized use</a:t>
                      </a:r>
                      <a:endParaRPr>
                        <a:solidFill>
                          <a:schemeClr val="lt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To prevent attackers from gaining easy access to the system by using personal devices with different security settings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1113400">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The systems firewall rules were minimal, leading to minimal network segmentation</a:t>
                      </a:r>
                      <a:endParaRPr>
                        <a:solidFill>
                          <a:schemeClr val="lt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Update, revise, or add firewall</a:t>
                      </a:r>
                      <a:br>
                        <a:rPr lang="en">
                          <a:solidFill>
                            <a:schemeClr val="lt1"/>
                          </a:solidFill>
                          <a:latin typeface="Barlow Condensed Light"/>
                          <a:ea typeface="Barlow Condensed Light"/>
                          <a:cs typeface="Barlow Condensed Light"/>
                          <a:sym typeface="Barlow Condensed Light"/>
                        </a:rPr>
                      </a:br>
                      <a:r>
                        <a:rPr lang="en">
                          <a:solidFill>
                            <a:schemeClr val="lt1"/>
                          </a:solidFill>
                          <a:latin typeface="Barlow Condensed Light"/>
                          <a:ea typeface="Barlow Condensed Light"/>
                          <a:cs typeface="Barlow Condensed Light"/>
                          <a:sym typeface="Barlow Condensed Light"/>
                        </a:rPr>
                        <a:t>rules to the network</a:t>
                      </a:r>
                      <a:endParaRPr>
                        <a:solidFill>
                          <a:schemeClr val="lt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lang="en">
                          <a:solidFill>
                            <a:schemeClr val="lt1"/>
                          </a:solidFill>
                          <a:latin typeface="Barlow Condensed Light"/>
                          <a:ea typeface="Barlow Condensed Light"/>
                          <a:cs typeface="Barlow Condensed Light"/>
                          <a:sym typeface="Barlow Condensed Light"/>
                        </a:rPr>
                        <a:t>To further protect the system</a:t>
                      </a:r>
                      <a:br>
                        <a:rPr lang="en">
                          <a:solidFill>
                            <a:schemeClr val="lt1"/>
                          </a:solidFill>
                          <a:latin typeface="Barlow Condensed Light"/>
                          <a:ea typeface="Barlow Condensed Light"/>
                          <a:cs typeface="Barlow Condensed Light"/>
                          <a:sym typeface="Barlow Condensed Light"/>
                        </a:rPr>
                      </a:br>
                      <a:r>
                        <a:rPr lang="en">
                          <a:solidFill>
                            <a:schemeClr val="lt1"/>
                          </a:solidFill>
                          <a:latin typeface="Barlow Condensed Light"/>
                          <a:ea typeface="Barlow Condensed Light"/>
                          <a:cs typeface="Barlow Condensed Light"/>
                          <a:sym typeface="Barlow Condensed Light"/>
                        </a:rPr>
                        <a:t>at every point possible</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Access Control Review</a:t>
            </a:r>
            <a:endParaRPr/>
          </a:p>
        </p:txBody>
      </p:sp>
      <p:sp>
        <p:nvSpPr>
          <p:cNvPr id="350" name="Google Shape;350;p42"/>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04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3"/>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Active Directory Domain Audit</a:t>
            </a:r>
            <a:endParaRPr/>
          </a:p>
        </p:txBody>
      </p:sp>
      <p:sp>
        <p:nvSpPr>
          <p:cNvPr id="356" name="Google Shape;356;p43"/>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Access Control Review Test</a:t>
            </a:r>
            <a:endParaRPr/>
          </a:p>
        </p:txBody>
      </p:sp>
      <p:sp>
        <p:nvSpPr>
          <p:cNvPr id="357" name="Google Shape;357;p4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Primary operations are internal</a:t>
            </a:r>
            <a:endParaRPr/>
          </a:p>
          <a:p>
            <a:pPr indent="-342900" lvl="0" marL="457200" rtl="0" algn="l">
              <a:spcBef>
                <a:spcPts val="0"/>
              </a:spcBef>
              <a:spcAft>
                <a:spcPts val="0"/>
              </a:spcAft>
              <a:buSzPts val="1800"/>
              <a:buChar char="●"/>
            </a:pPr>
            <a:r>
              <a:rPr lang="en"/>
              <a:t>Initial review and fixes</a:t>
            </a:r>
            <a:endParaRPr/>
          </a:p>
          <a:p>
            <a:pPr indent="-342900" lvl="0" marL="457200" rtl="0" algn="l">
              <a:spcBef>
                <a:spcPts val="0"/>
              </a:spcBef>
              <a:spcAft>
                <a:spcPts val="0"/>
              </a:spcAft>
              <a:buSzPts val="1800"/>
              <a:buChar char="●"/>
            </a:pPr>
            <a:r>
              <a:rPr lang="en"/>
              <a:t>No simulated attacks</a:t>
            </a:r>
            <a:endParaRPr/>
          </a:p>
          <a:p>
            <a:pPr indent="-342900" lvl="0" marL="457200" rtl="0" algn="l">
              <a:spcBef>
                <a:spcPts val="0"/>
              </a:spcBef>
              <a:spcAft>
                <a:spcPts val="0"/>
              </a:spcAft>
              <a:buSzPts val="1800"/>
              <a:buChar char="●"/>
            </a:pPr>
            <a:r>
              <a:rPr lang="en"/>
              <a:t>Manual audit process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idx="2" type="body"/>
          </p:nvPr>
        </p:nvSpPr>
        <p:spPr>
          <a:xfrm>
            <a:off x="4939500" y="433800"/>
            <a:ext cx="3837000" cy="468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en">
                <a:latin typeface="Barlow Condensed"/>
                <a:ea typeface="Barlow Condensed"/>
                <a:cs typeface="Barlow Condensed"/>
                <a:sym typeface="Barlow Condensed"/>
              </a:rPr>
              <a:t>Recommended Fixes</a:t>
            </a:r>
            <a:endParaRPr b="1">
              <a:latin typeface="Barlow Condensed"/>
              <a:ea typeface="Barlow Condensed"/>
              <a:cs typeface="Barlow Condensed"/>
              <a:sym typeface="Barlow Condensed"/>
            </a:endParaRPr>
          </a:p>
        </p:txBody>
      </p:sp>
      <p:sp>
        <p:nvSpPr>
          <p:cNvPr id="363" name="Google Shape;363;p44"/>
          <p:cNvSpPr txBox="1"/>
          <p:nvPr>
            <p:ph idx="2" type="body"/>
          </p:nvPr>
        </p:nvSpPr>
        <p:spPr>
          <a:xfrm>
            <a:off x="401550" y="433800"/>
            <a:ext cx="3837000" cy="468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en">
                <a:solidFill>
                  <a:schemeClr val="dk1"/>
                </a:solidFill>
                <a:latin typeface="Barlow Condensed"/>
                <a:ea typeface="Barlow Condensed"/>
                <a:cs typeface="Barlow Condensed"/>
                <a:sym typeface="Barlow Condensed"/>
              </a:rPr>
              <a:t>Findings</a:t>
            </a:r>
            <a:endParaRPr b="1">
              <a:solidFill>
                <a:schemeClr val="dk1"/>
              </a:solidFill>
              <a:latin typeface="Barlow Condensed"/>
              <a:ea typeface="Barlow Condensed"/>
              <a:cs typeface="Barlow Condensed"/>
              <a:sym typeface="Barlow Condensed"/>
            </a:endParaRPr>
          </a:p>
        </p:txBody>
      </p:sp>
      <p:graphicFrame>
        <p:nvGraphicFramePr>
          <p:cNvPr id="364" name="Google Shape;364;p44"/>
          <p:cNvGraphicFramePr/>
          <p:nvPr/>
        </p:nvGraphicFramePr>
        <p:xfrm>
          <a:off x="393806" y="902100"/>
          <a:ext cx="3000000" cy="3000000"/>
        </p:xfrm>
        <a:graphic>
          <a:graphicData uri="http://schemas.openxmlformats.org/drawingml/2006/table">
            <a:tbl>
              <a:tblPr>
                <a:noFill/>
                <a:tableStyleId>{BB18AAB3-19D4-4065-AF84-7009C829B18E}</a:tableStyleId>
              </a:tblPr>
              <a:tblGrid>
                <a:gridCol w="4187475"/>
                <a:gridCol w="4187475"/>
              </a:tblGrid>
              <a:tr h="50437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One account with excessive privileges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Remove all unnecessary privileges from the account</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9222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Two </a:t>
                      </a:r>
                      <a:r>
                        <a:rPr lang="en">
                          <a:solidFill>
                            <a:schemeClr val="lt1"/>
                          </a:solidFill>
                          <a:latin typeface="Barlow Condensed Light"/>
                          <a:ea typeface="Barlow Condensed Light"/>
                          <a:cs typeface="Barlow Condensed Light"/>
                          <a:sym typeface="Barlow Condensed Light"/>
                        </a:rPr>
                        <a:t>occurrences</a:t>
                      </a:r>
                      <a:r>
                        <a:rPr lang="en">
                          <a:solidFill>
                            <a:schemeClr val="lt1"/>
                          </a:solidFill>
                          <a:latin typeface="Barlow Condensed Light"/>
                          <a:ea typeface="Barlow Condensed Light"/>
                          <a:cs typeface="Barlow Condensed Light"/>
                          <a:sym typeface="Barlow Condensed Light"/>
                        </a:rPr>
                        <a:t> of regular use of an elevated account for non-essential purposes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Only use </a:t>
                      </a:r>
                      <a:r>
                        <a:rPr lang="en">
                          <a:latin typeface="Barlow Condensed Light"/>
                          <a:ea typeface="Barlow Condensed Light"/>
                          <a:cs typeface="Barlow Condensed Light"/>
                          <a:sym typeface="Barlow Condensed Light"/>
                        </a:rPr>
                        <a:t>accounts</a:t>
                      </a:r>
                      <a:r>
                        <a:rPr lang="en">
                          <a:latin typeface="Barlow Condensed Light"/>
                          <a:ea typeface="Barlow Condensed Light"/>
                          <a:cs typeface="Barlow Condensed Light"/>
                          <a:sym typeface="Barlow Condensed Light"/>
                        </a:rPr>
                        <a:t> with elevated privileges for elevated uses</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9222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One account with elevated access privileges that was no longer used or monitored</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Remove the unused account from the domain. Additionally, schedule regular checks for inactive accounts</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0437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Six </a:t>
                      </a:r>
                      <a:r>
                        <a:rPr lang="en">
                          <a:solidFill>
                            <a:schemeClr val="lt1"/>
                          </a:solidFill>
                          <a:latin typeface="Barlow Condensed Light"/>
                          <a:ea typeface="Barlow Condensed Light"/>
                          <a:cs typeface="Barlow Condensed Light"/>
                          <a:sym typeface="Barlow Condensed Light"/>
                        </a:rPr>
                        <a:t>easily</a:t>
                      </a:r>
                      <a:r>
                        <a:rPr lang="en">
                          <a:solidFill>
                            <a:schemeClr val="lt1"/>
                          </a:solidFill>
                          <a:latin typeface="Barlow Condensed Light"/>
                          <a:ea typeface="Barlow Condensed Light"/>
                          <a:cs typeface="Barlow Condensed Light"/>
                          <a:sym typeface="Barlow Condensed Light"/>
                        </a:rPr>
                        <a:t> crackable passwords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Change weak passwords immediately, and </a:t>
                      </a:r>
                      <a:r>
                        <a:rPr lang="en">
                          <a:latin typeface="Barlow Condensed Light"/>
                          <a:ea typeface="Barlow Condensed Light"/>
                          <a:cs typeface="Barlow Condensed Light"/>
                          <a:sym typeface="Barlow Condensed Light"/>
                        </a:rPr>
                        <a:t>implement</a:t>
                      </a:r>
                      <a:r>
                        <a:rPr lang="en">
                          <a:latin typeface="Barlow Condensed Light"/>
                          <a:ea typeface="Barlow Condensed Light"/>
                          <a:cs typeface="Barlow Condensed Light"/>
                          <a:sym typeface="Barlow Condensed Light"/>
                        </a:rPr>
                        <a:t> a stricter password policy</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0437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Four passwords found in security breaches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Change breached passwords, monitor breached accounts for at least one month, and implement password expiration policies</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0437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Two shared accounts with no password set</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Set strong passwords, even on shared accounts</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04375">
                <a:tc>
                  <a:txBody>
                    <a:bodyPr/>
                    <a:lstStyle/>
                    <a:p>
                      <a:pPr indent="0" lvl="0" marL="0" rtl="0" algn="ctr">
                        <a:spcBef>
                          <a:spcPts val="0"/>
                        </a:spcBef>
                        <a:spcAft>
                          <a:spcPts val="0"/>
                        </a:spcAft>
                        <a:buNone/>
                      </a:pPr>
                      <a:r>
                        <a:rPr lang="en">
                          <a:solidFill>
                            <a:schemeClr val="lt1"/>
                          </a:solidFill>
                          <a:latin typeface="Barlow Condensed Light"/>
                          <a:ea typeface="Barlow Condensed Light"/>
                          <a:cs typeface="Barlow Condensed Light"/>
                          <a:sym typeface="Barlow Condensed Light"/>
                        </a:rPr>
                        <a:t>One instance of a service with out-of-the-box </a:t>
                      </a:r>
                      <a:r>
                        <a:rPr lang="en">
                          <a:solidFill>
                            <a:schemeClr val="lt1"/>
                          </a:solidFill>
                          <a:latin typeface="Barlow Condensed Light"/>
                          <a:ea typeface="Barlow Condensed Light"/>
                          <a:cs typeface="Barlow Condensed Light"/>
                          <a:sym typeface="Barlow Condensed Light"/>
                        </a:rPr>
                        <a:t>security</a:t>
                      </a:r>
                      <a:r>
                        <a:rPr lang="en">
                          <a:solidFill>
                            <a:schemeClr val="lt1"/>
                          </a:solidFill>
                          <a:latin typeface="Barlow Condensed Light"/>
                          <a:ea typeface="Barlow Condensed Light"/>
                          <a:cs typeface="Barlow Condensed Light"/>
                          <a:sym typeface="Barlow Condensed Light"/>
                        </a:rPr>
                        <a:t> settings</a:t>
                      </a:r>
                      <a:endParaRPr>
                        <a:solidFill>
                          <a:schemeClr val="lt1"/>
                        </a:solidFill>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Condensed Light"/>
                          <a:ea typeface="Barlow Condensed Light"/>
                          <a:cs typeface="Barlow Condensed Light"/>
                          <a:sym typeface="Barlow Condensed Light"/>
                        </a:rPr>
                        <a:t>Update the security settings to better suit client’s needs</a:t>
                      </a:r>
                      <a:endParaRPr>
                        <a:latin typeface="Barlow Condensed Light"/>
                        <a:ea typeface="Barlow Condensed Light"/>
                        <a:cs typeface="Barlow Condensed Light"/>
                        <a:sym typeface="Barlow Condensed Light"/>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5"/>
          <p:cNvSpPr txBox="1"/>
          <p:nvPr>
            <p:ph type="title"/>
          </p:nvPr>
        </p:nvSpPr>
        <p:spPr>
          <a:xfrm>
            <a:off x="311700" y="663900"/>
            <a:ext cx="4623300" cy="53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Additionally…</a:t>
            </a:r>
            <a:endParaRPr/>
          </a:p>
        </p:txBody>
      </p:sp>
      <p:sp>
        <p:nvSpPr>
          <p:cNvPr id="370" name="Google Shape;370;p4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also suggested the use of Wazuh to our client for continued monitoring of their internal systems. Our suggestion is such for two reasons:</a:t>
            </a:r>
            <a:endParaRPr/>
          </a:p>
          <a:p>
            <a:pPr indent="-304800" lvl="0" marL="457200" rtl="0" algn="l">
              <a:spcBef>
                <a:spcPts val="1200"/>
              </a:spcBef>
              <a:spcAft>
                <a:spcPts val="0"/>
              </a:spcAft>
              <a:buSzPts val="1200"/>
              <a:buAutoNum type="arabicPeriod"/>
            </a:pPr>
            <a:r>
              <a:rPr lang="en"/>
              <a:t>Wazuh is free and open source, making it a desirable low-budget security solution</a:t>
            </a:r>
            <a:endParaRPr/>
          </a:p>
          <a:p>
            <a:pPr indent="-304800" lvl="0" marL="457200" rtl="0" algn="l">
              <a:spcBef>
                <a:spcPts val="0"/>
              </a:spcBef>
              <a:spcAft>
                <a:spcPts val="0"/>
              </a:spcAft>
              <a:buSzPts val="1200"/>
              <a:buAutoNum type="arabicPeriod"/>
            </a:pPr>
            <a:r>
              <a:rPr lang="en"/>
              <a:t>Wazuh is a Security Information and Event Management tool, meaning our client can regularly monitor internal hosts to more proactively catch potential </a:t>
            </a:r>
            <a:r>
              <a:rPr lang="en"/>
              <a:t>security</a:t>
            </a:r>
            <a:r>
              <a:rPr lang="en"/>
              <a:t> flaws</a:t>
            </a:r>
            <a:endParaRPr/>
          </a:p>
        </p:txBody>
      </p:sp>
      <p:pic>
        <p:nvPicPr>
          <p:cNvPr id="371" name="Google Shape;371;p45"/>
          <p:cNvPicPr preferRelativeResize="0"/>
          <p:nvPr/>
        </p:nvPicPr>
        <p:blipFill>
          <a:blip r:embed="rId3">
            <a:alphaModFix/>
          </a:blip>
          <a:stretch>
            <a:fillRect/>
          </a:stretch>
        </p:blipFill>
        <p:spPr>
          <a:xfrm>
            <a:off x="3898700" y="1615212"/>
            <a:ext cx="4623299" cy="29537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697350" y="2932550"/>
            <a:ext cx="7749300" cy="101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Future Work</a:t>
            </a:r>
            <a:endParaRPr/>
          </a:p>
        </p:txBody>
      </p:sp>
      <p:sp>
        <p:nvSpPr>
          <p:cNvPr id="377" name="Google Shape;377;p46"/>
          <p:cNvSpPr txBox="1"/>
          <p:nvPr>
            <p:ph idx="2" type="title"/>
          </p:nvPr>
        </p:nvSpPr>
        <p:spPr>
          <a:xfrm>
            <a:off x="3278250" y="1194450"/>
            <a:ext cx="2587500" cy="199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05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47"/>
          <p:cNvPicPr preferRelativeResize="0"/>
          <p:nvPr/>
        </p:nvPicPr>
        <p:blipFill>
          <a:blip r:embed="rId3">
            <a:alphaModFix/>
          </a:blip>
          <a:stretch>
            <a:fillRect/>
          </a:stretch>
        </p:blipFill>
        <p:spPr>
          <a:xfrm>
            <a:off x="3624375" y="1229500"/>
            <a:ext cx="5378450" cy="2963300"/>
          </a:xfrm>
          <a:prstGeom prst="rect">
            <a:avLst/>
          </a:prstGeom>
          <a:noFill/>
          <a:ln>
            <a:noFill/>
          </a:ln>
        </p:spPr>
      </p:pic>
      <p:sp>
        <p:nvSpPr>
          <p:cNvPr id="383" name="Google Shape;383;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Testing Propositions</a:t>
            </a:r>
            <a:endParaRPr/>
          </a:p>
        </p:txBody>
      </p:sp>
      <p:sp>
        <p:nvSpPr>
          <p:cNvPr id="384" name="Google Shape;384;p47"/>
          <p:cNvSpPr txBox="1"/>
          <p:nvPr>
            <p:ph idx="1" type="body"/>
          </p:nvPr>
        </p:nvSpPr>
        <p:spPr>
          <a:xfrm>
            <a:off x="311700" y="1530700"/>
            <a:ext cx="39708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Static code and application analysis</a:t>
            </a:r>
            <a:endParaRPr/>
          </a:p>
          <a:p>
            <a:pPr indent="-342900" lvl="0" marL="457200" rtl="0" algn="l">
              <a:spcBef>
                <a:spcPts val="0"/>
              </a:spcBef>
              <a:spcAft>
                <a:spcPts val="0"/>
              </a:spcAft>
              <a:buSzPts val="1800"/>
              <a:buChar char="●"/>
            </a:pPr>
            <a:r>
              <a:rPr lang="en"/>
              <a:t>Smishing scams</a:t>
            </a:r>
            <a:endParaRPr/>
          </a:p>
          <a:p>
            <a:pPr indent="-342900" lvl="0" marL="457200" rtl="0" algn="l">
              <a:spcBef>
                <a:spcPts val="0"/>
              </a:spcBef>
              <a:spcAft>
                <a:spcPts val="0"/>
              </a:spcAft>
              <a:buSzPts val="1800"/>
              <a:buChar char="●"/>
            </a:pPr>
            <a:r>
              <a:rPr lang="en"/>
              <a:t>Attack simulations to test the new implementations in the system</a:t>
            </a:r>
            <a:endParaRPr/>
          </a:p>
          <a:p>
            <a:pPr indent="-342900" lvl="0" marL="457200" rtl="0" algn="l">
              <a:spcBef>
                <a:spcPts val="0"/>
              </a:spcBef>
              <a:spcAft>
                <a:spcPts val="0"/>
              </a:spcAft>
              <a:buSzPts val="1800"/>
              <a:buChar char="●"/>
            </a:pPr>
            <a:r>
              <a:rPr lang="en"/>
              <a:t>Man-In-The-Middle (MITM) attacks</a:t>
            </a:r>
            <a:endParaRPr/>
          </a:p>
          <a:p>
            <a:pPr indent="-342900" lvl="0" marL="457200" rtl="0" algn="l">
              <a:spcBef>
                <a:spcPts val="0"/>
              </a:spcBef>
              <a:spcAft>
                <a:spcPts val="0"/>
              </a:spcAft>
              <a:buSzPts val="1800"/>
              <a:buChar char="●"/>
            </a:pPr>
            <a:r>
              <a:rPr lang="en"/>
              <a:t>Denial of service attacks</a:t>
            </a:r>
            <a:endParaRPr/>
          </a:p>
          <a:p>
            <a:pPr indent="-342900" lvl="0" marL="457200" rtl="0" algn="l">
              <a:spcBef>
                <a:spcPts val="0"/>
              </a:spcBef>
              <a:spcAft>
                <a:spcPts val="0"/>
              </a:spcAft>
              <a:buSzPts val="1800"/>
              <a:buChar char="●"/>
            </a:pPr>
            <a:r>
              <a:rPr lang="en"/>
              <a:t>Physical access control review</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8"/>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a:t>
            </a:r>
            <a:endParaRPr/>
          </a:p>
        </p:txBody>
      </p:sp>
      <p:sp>
        <p:nvSpPr>
          <p:cNvPr id="395" name="Google Shape;395;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900"/>
              <a:t>Bertucci, D. (2024, November 4). Network traffic monitoring in 2024: Discover the top 7 solutions. Auvik. https://www.auvik.com/franklyit/blog/best-network-traffic-monitor/</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Cichonski, P., Millar, T., Grance, T., &amp; Scarfone, K. (2012). Computer Security Incident Handling Guide : Recommendations of the National Institute of Standards and Technology. https://doi.org/10.6028/nist.sp.800-61r2</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Creating a DNSSEC signing policy. Address Manager Administration Guide. (2024). https://docs.bluecatnetworks.com/r/Address-Manager-Administration-Guide/DNSSEC-with-Address-Manager-and-DNS/DHCP-Server/9.3.0</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Firch, J. (2024, February 28). Social engineering penetration testing: Attacks, methods, &amp; steps. PurpleSec. https://purplesec.us/learn/social-engineering-penetration-testing/</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Hu, V. C., &amp; Scarfone, K. (2012). Guidelines for Access Control System Evaluation Metrics. https://doi.org/10.6028/nist.ir.7874</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Hu, V. C., Ferraiolo, D. F., &amp; Kuhn, D. R. (2006). Assessment of Access Control Systems. https://doi.org/10.6028/nist.ir.7316</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Mekking, M., &amp; Kolkman, O. (2013). (rep.). DNSSEC Infrastructure Audit Framework. Retrieved November 15, 2024, from https://www.nlnetlabs.nl/downloads/publications/dns-audit-framework-1.0.pdf.</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NSA and CISA Red and Blue Teams Share Top Ten Cybersecurity Misconfigurations. Cybersecurity and Infrastructure Security Agency CISA. (2023, October 5). https://www.cisa.gov/news-events/cybersecurity-advisories/aa23-278a</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Philp, M. (2022, August 4). 10 phishing email examples and why we know they’re fake. Intersys. https://intersys.co.uk/2022/08/04/10-phishing-email-examples-and-why-we-know-theyre-fake/</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What are DMARC, DKIM, and SPF?. Cloudflare. (2024). https://www.cloudflare.com/learning/email-security/dmarc-dkim-spf/ </a:t>
            </a:r>
            <a:endParaRPr sz="900"/>
          </a:p>
          <a:p>
            <a:pPr indent="0" lvl="0" marL="0" rtl="0" algn="l">
              <a:lnSpc>
                <a:spcPct val="100000"/>
              </a:lnSpc>
              <a:spcBef>
                <a:spcPts val="0"/>
              </a:spcBef>
              <a:spcAft>
                <a:spcPts val="0"/>
              </a:spcAft>
              <a:buNone/>
            </a:pPr>
            <a:r>
              <a:t/>
            </a:r>
            <a:endParaRPr sz="900"/>
          </a:p>
          <a:p>
            <a:pPr indent="0" lvl="0" marL="0" rtl="0" algn="l">
              <a:lnSpc>
                <a:spcPct val="100000"/>
              </a:lnSpc>
              <a:spcBef>
                <a:spcPts val="0"/>
              </a:spcBef>
              <a:spcAft>
                <a:spcPts val="0"/>
              </a:spcAft>
              <a:buNone/>
            </a:pPr>
            <a:r>
              <a:rPr lang="en" sz="900"/>
              <a:t>Yakushkin, V. (2024, March 22). Active directory (AD) auditing: Security Tips &amp; Best Practices. Syteca. https://www.syteca.com/en/blog/secure-active-directory-with-pam </a:t>
            </a:r>
            <a:endParaRPr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9" name="Shape 399"/>
        <p:cNvGrpSpPr/>
        <p:nvPr/>
      </p:nvGrpSpPr>
      <p:grpSpPr>
        <a:xfrm>
          <a:off x="0" y="0"/>
          <a:ext cx="0" cy="0"/>
          <a:chOff x="0" y="0"/>
          <a:chExt cx="0" cy="0"/>
        </a:xfrm>
      </p:grpSpPr>
      <p:sp>
        <p:nvSpPr>
          <p:cNvPr id="400" name="Google Shape;400;p50"/>
          <p:cNvSpPr txBox="1"/>
          <p:nvPr>
            <p:ph type="title"/>
          </p:nvPr>
        </p:nvSpPr>
        <p:spPr>
          <a:xfrm>
            <a:off x="455221" y="1321125"/>
            <a:ext cx="5094600" cy="174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a:t>
            </a:r>
            <a:endParaRPr/>
          </a:p>
        </p:txBody>
      </p:sp>
      <p:sp>
        <p:nvSpPr>
          <p:cNvPr id="401" name="Google Shape;401;p50"/>
          <p:cNvSpPr txBox="1"/>
          <p:nvPr>
            <p:ph idx="1" type="body"/>
          </p:nvPr>
        </p:nvSpPr>
        <p:spPr>
          <a:xfrm>
            <a:off x="567025" y="4500400"/>
            <a:ext cx="1445400" cy="169200"/>
          </a:xfrm>
          <a:prstGeom prst="rect">
            <a:avLst/>
          </a:prstGeom>
        </p:spPr>
        <p:txBody>
          <a:bodyPr anchorCtr="0" anchor="t" bIns="0" lIns="0" spcFirstLastPara="1" rIns="0" wrap="square" tIns="0">
            <a:spAutoFit/>
          </a:bodyPr>
          <a:lstStyle/>
          <a:p>
            <a:pPr indent="0" lvl="0" marL="0" rtl="0" algn="ctr">
              <a:spcBef>
                <a:spcPts val="0"/>
              </a:spcBef>
              <a:spcAft>
                <a:spcPts val="1200"/>
              </a:spcAft>
              <a:buNone/>
            </a:pPr>
            <a:r>
              <a:rPr lang="en">
                <a:solidFill>
                  <a:schemeClr val="dk1"/>
                </a:solidFill>
              </a:rPr>
              <a:t>SAVANNAH CHAPPUS</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ink Hacker">
  <a:themeElements>
    <a:clrScheme name="Beach Day">
      <a:dk1>
        <a:srgbClr val="FB9FB4"/>
      </a:dk1>
      <a:lt1>
        <a:srgbClr val="FFFFFF"/>
      </a:lt1>
      <a:dk2>
        <a:srgbClr val="D9D9D9"/>
      </a:dk2>
      <a:lt2>
        <a:srgbClr val="D9D9D9"/>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